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286" autoAdjust="0"/>
  </p:normalViewPr>
  <p:slideViewPr>
    <p:cSldViewPr snapToGrid="0" snapToObjects="1">
      <p:cViewPr varScale="1">
        <p:scale>
          <a:sx n="59" d="100"/>
          <a:sy n="59" d="100"/>
        </p:scale>
        <p:origin x="2146" y="27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7.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7.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A6DED0-B5F2-4616-8C44-D2AD39AD19D6}" type="doc">
      <dgm:prSet loTypeId="urn:microsoft.com/office/officeart/2005/8/layout/vList2" loCatId="list" qsTypeId="urn:microsoft.com/office/officeart/2005/8/quickstyle/simple2" qsCatId="simple" csTypeId="urn:microsoft.com/office/officeart/2005/8/colors/accent1_2" csCatId="accent1"/>
      <dgm:spPr/>
      <dgm:t>
        <a:bodyPr/>
        <a:lstStyle/>
        <a:p>
          <a:endParaRPr lang="en-US"/>
        </a:p>
      </dgm:t>
    </dgm:pt>
    <dgm:pt modelId="{1442CEF6-6FCF-4F43-92A9-0702DCADA34E}">
      <dgm:prSet/>
      <dgm:spPr/>
      <dgm:t>
        <a:bodyPr/>
        <a:lstStyle/>
        <a:p>
          <a:r>
            <a:rPr lang="en-US"/>
            <a:t>• 26.5% customer churn</a:t>
          </a:r>
        </a:p>
      </dgm:t>
    </dgm:pt>
    <dgm:pt modelId="{F2C50D3D-CA59-48B9-915A-685BE5CA911C}" type="parTrans" cxnId="{4422ADDB-D124-456E-97F6-E2A5A46721EC}">
      <dgm:prSet/>
      <dgm:spPr/>
      <dgm:t>
        <a:bodyPr/>
        <a:lstStyle/>
        <a:p>
          <a:endParaRPr lang="en-US"/>
        </a:p>
      </dgm:t>
    </dgm:pt>
    <dgm:pt modelId="{4A1A24F4-10EE-45CE-9FB7-FD5186DAFC87}" type="sibTrans" cxnId="{4422ADDB-D124-456E-97F6-E2A5A46721EC}">
      <dgm:prSet/>
      <dgm:spPr/>
      <dgm:t>
        <a:bodyPr/>
        <a:lstStyle/>
        <a:p>
          <a:endParaRPr lang="en-US"/>
        </a:p>
      </dgm:t>
    </dgm:pt>
    <dgm:pt modelId="{036293B0-8F73-4A4D-BA4A-1BA36AA1DB17}">
      <dgm:prSet/>
      <dgm:spPr/>
      <dgm:t>
        <a:bodyPr/>
        <a:lstStyle/>
        <a:p>
          <a:r>
            <a:rPr lang="en-US"/>
            <a:t>• Revenue &amp; retention challenge</a:t>
          </a:r>
        </a:p>
      </dgm:t>
    </dgm:pt>
    <dgm:pt modelId="{43E14A73-F9EA-4F9A-B91D-28F112C89175}" type="parTrans" cxnId="{267D91A0-D43D-4DD3-9A0E-23D10FA0C77C}">
      <dgm:prSet/>
      <dgm:spPr/>
      <dgm:t>
        <a:bodyPr/>
        <a:lstStyle/>
        <a:p>
          <a:endParaRPr lang="en-US"/>
        </a:p>
      </dgm:t>
    </dgm:pt>
    <dgm:pt modelId="{A1916EAA-A803-456C-9DB7-BC6588C32D84}" type="sibTrans" cxnId="{267D91A0-D43D-4DD3-9A0E-23D10FA0C77C}">
      <dgm:prSet/>
      <dgm:spPr/>
      <dgm:t>
        <a:bodyPr/>
        <a:lstStyle/>
        <a:p>
          <a:endParaRPr lang="en-US"/>
        </a:p>
      </dgm:t>
    </dgm:pt>
    <dgm:pt modelId="{4180F07C-ADFC-4E43-8D96-7B7E0F85EAF2}">
      <dgm:prSet/>
      <dgm:spPr/>
      <dgm:t>
        <a:bodyPr/>
        <a:lstStyle/>
        <a:p>
          <a:r>
            <a:rPr lang="en-US"/>
            <a:t>Objectives:</a:t>
          </a:r>
        </a:p>
      </dgm:t>
    </dgm:pt>
    <dgm:pt modelId="{BCB2C371-AF49-4DEC-B5F5-E1120E276315}" type="parTrans" cxnId="{BE636CFD-A2BF-46C4-A5EE-D76483EE6C09}">
      <dgm:prSet/>
      <dgm:spPr/>
      <dgm:t>
        <a:bodyPr/>
        <a:lstStyle/>
        <a:p>
          <a:endParaRPr lang="en-US"/>
        </a:p>
      </dgm:t>
    </dgm:pt>
    <dgm:pt modelId="{C5E52A0E-A1F9-46A7-9E44-6CD97331D5C6}" type="sibTrans" cxnId="{BE636CFD-A2BF-46C4-A5EE-D76483EE6C09}">
      <dgm:prSet/>
      <dgm:spPr/>
      <dgm:t>
        <a:bodyPr/>
        <a:lstStyle/>
        <a:p>
          <a:endParaRPr lang="en-US"/>
        </a:p>
      </dgm:t>
    </dgm:pt>
    <dgm:pt modelId="{456DAC13-D10C-4500-BD48-F10EACD13DE1}">
      <dgm:prSet/>
      <dgm:spPr/>
      <dgm:t>
        <a:bodyPr/>
        <a:lstStyle/>
        <a:p>
          <a:r>
            <a:rPr lang="en-US"/>
            <a:t>• Identify churn drivers</a:t>
          </a:r>
        </a:p>
      </dgm:t>
    </dgm:pt>
    <dgm:pt modelId="{4711A7CE-6CC4-4DB8-BE52-7D09A1069A31}" type="parTrans" cxnId="{D20DA515-2B97-4A02-AB0B-AC0F96128B12}">
      <dgm:prSet/>
      <dgm:spPr/>
      <dgm:t>
        <a:bodyPr/>
        <a:lstStyle/>
        <a:p>
          <a:endParaRPr lang="en-US"/>
        </a:p>
      </dgm:t>
    </dgm:pt>
    <dgm:pt modelId="{AB3F3298-0BB5-45BC-8C7D-243DD3F7CEF6}" type="sibTrans" cxnId="{D20DA515-2B97-4A02-AB0B-AC0F96128B12}">
      <dgm:prSet/>
      <dgm:spPr/>
      <dgm:t>
        <a:bodyPr/>
        <a:lstStyle/>
        <a:p>
          <a:endParaRPr lang="en-US"/>
        </a:p>
      </dgm:t>
    </dgm:pt>
    <dgm:pt modelId="{8A4CDD5F-1A24-4C4B-BFED-150AEFD6A120}">
      <dgm:prSet/>
      <dgm:spPr/>
      <dgm:t>
        <a:bodyPr/>
        <a:lstStyle/>
        <a:p>
          <a:r>
            <a:rPr lang="en-US"/>
            <a:t>• Build ML model</a:t>
          </a:r>
        </a:p>
      </dgm:t>
    </dgm:pt>
    <dgm:pt modelId="{2F5EF2B8-AE34-47E1-A65D-59F74DBA2F07}" type="parTrans" cxnId="{1166A58C-9648-4D68-BD79-613F6FAA6FAD}">
      <dgm:prSet/>
      <dgm:spPr/>
      <dgm:t>
        <a:bodyPr/>
        <a:lstStyle/>
        <a:p>
          <a:endParaRPr lang="en-US"/>
        </a:p>
      </dgm:t>
    </dgm:pt>
    <dgm:pt modelId="{DFF80F27-7460-4582-B13D-5B01A3FF475D}" type="sibTrans" cxnId="{1166A58C-9648-4D68-BD79-613F6FAA6FAD}">
      <dgm:prSet/>
      <dgm:spPr/>
      <dgm:t>
        <a:bodyPr/>
        <a:lstStyle/>
        <a:p>
          <a:endParaRPr lang="en-US"/>
        </a:p>
      </dgm:t>
    </dgm:pt>
    <dgm:pt modelId="{857921B2-190C-46B7-84BB-8F4AAE5F23F5}">
      <dgm:prSet/>
      <dgm:spPr/>
      <dgm:t>
        <a:bodyPr/>
        <a:lstStyle/>
        <a:p>
          <a:r>
            <a:rPr lang="en-US"/>
            <a:t>• Actionable insights</a:t>
          </a:r>
        </a:p>
      </dgm:t>
    </dgm:pt>
    <dgm:pt modelId="{68CD0412-1F40-4C54-A4AF-3FAAF4B0D8DD}" type="parTrans" cxnId="{E7B23B7F-A1A7-4030-AFD7-CB818C6640F2}">
      <dgm:prSet/>
      <dgm:spPr/>
      <dgm:t>
        <a:bodyPr/>
        <a:lstStyle/>
        <a:p>
          <a:endParaRPr lang="en-US"/>
        </a:p>
      </dgm:t>
    </dgm:pt>
    <dgm:pt modelId="{B8E3EE38-C843-49FF-B2AA-1E66CD5A9A97}" type="sibTrans" cxnId="{E7B23B7F-A1A7-4030-AFD7-CB818C6640F2}">
      <dgm:prSet/>
      <dgm:spPr/>
      <dgm:t>
        <a:bodyPr/>
        <a:lstStyle/>
        <a:p>
          <a:endParaRPr lang="en-US"/>
        </a:p>
      </dgm:t>
    </dgm:pt>
    <dgm:pt modelId="{2976D90A-738E-495B-AF17-DB8AB460F3A0}" type="pres">
      <dgm:prSet presAssocID="{5AA6DED0-B5F2-4616-8C44-D2AD39AD19D6}" presName="linear" presStyleCnt="0">
        <dgm:presLayoutVars>
          <dgm:animLvl val="lvl"/>
          <dgm:resizeHandles val="exact"/>
        </dgm:presLayoutVars>
      </dgm:prSet>
      <dgm:spPr/>
    </dgm:pt>
    <dgm:pt modelId="{1612931A-B096-40A0-A6D8-D03895FD6B03}" type="pres">
      <dgm:prSet presAssocID="{1442CEF6-6FCF-4F43-92A9-0702DCADA34E}" presName="parentText" presStyleLbl="node1" presStyleIdx="0" presStyleCnt="6">
        <dgm:presLayoutVars>
          <dgm:chMax val="0"/>
          <dgm:bulletEnabled val="1"/>
        </dgm:presLayoutVars>
      </dgm:prSet>
      <dgm:spPr/>
    </dgm:pt>
    <dgm:pt modelId="{5FC2A9FB-FC45-4C90-BC5C-E5BAF4AC7B36}" type="pres">
      <dgm:prSet presAssocID="{4A1A24F4-10EE-45CE-9FB7-FD5186DAFC87}" presName="spacer" presStyleCnt="0"/>
      <dgm:spPr/>
    </dgm:pt>
    <dgm:pt modelId="{276AF687-B1D1-4459-B626-D8719FC39E35}" type="pres">
      <dgm:prSet presAssocID="{036293B0-8F73-4A4D-BA4A-1BA36AA1DB17}" presName="parentText" presStyleLbl="node1" presStyleIdx="1" presStyleCnt="6">
        <dgm:presLayoutVars>
          <dgm:chMax val="0"/>
          <dgm:bulletEnabled val="1"/>
        </dgm:presLayoutVars>
      </dgm:prSet>
      <dgm:spPr/>
    </dgm:pt>
    <dgm:pt modelId="{B67A84B8-9D0F-4149-9A01-96C03462F99D}" type="pres">
      <dgm:prSet presAssocID="{A1916EAA-A803-456C-9DB7-BC6588C32D84}" presName="spacer" presStyleCnt="0"/>
      <dgm:spPr/>
    </dgm:pt>
    <dgm:pt modelId="{B06693B4-704A-4C3B-9630-D1E885CD8290}" type="pres">
      <dgm:prSet presAssocID="{4180F07C-ADFC-4E43-8D96-7B7E0F85EAF2}" presName="parentText" presStyleLbl="node1" presStyleIdx="2" presStyleCnt="6">
        <dgm:presLayoutVars>
          <dgm:chMax val="0"/>
          <dgm:bulletEnabled val="1"/>
        </dgm:presLayoutVars>
      </dgm:prSet>
      <dgm:spPr/>
    </dgm:pt>
    <dgm:pt modelId="{0F5E5131-48DE-488F-B308-8B5554131D47}" type="pres">
      <dgm:prSet presAssocID="{C5E52A0E-A1F9-46A7-9E44-6CD97331D5C6}" presName="spacer" presStyleCnt="0"/>
      <dgm:spPr/>
    </dgm:pt>
    <dgm:pt modelId="{C3DFA4B1-8D63-45EE-A3CC-567A4D64EDF2}" type="pres">
      <dgm:prSet presAssocID="{456DAC13-D10C-4500-BD48-F10EACD13DE1}" presName="parentText" presStyleLbl="node1" presStyleIdx="3" presStyleCnt="6">
        <dgm:presLayoutVars>
          <dgm:chMax val="0"/>
          <dgm:bulletEnabled val="1"/>
        </dgm:presLayoutVars>
      </dgm:prSet>
      <dgm:spPr/>
    </dgm:pt>
    <dgm:pt modelId="{FB6036AA-6894-4B5E-96B6-F0016006B71F}" type="pres">
      <dgm:prSet presAssocID="{AB3F3298-0BB5-45BC-8C7D-243DD3F7CEF6}" presName="spacer" presStyleCnt="0"/>
      <dgm:spPr/>
    </dgm:pt>
    <dgm:pt modelId="{C31470B9-A4D4-4912-BBC0-6F73792EEE87}" type="pres">
      <dgm:prSet presAssocID="{8A4CDD5F-1A24-4C4B-BFED-150AEFD6A120}" presName="parentText" presStyleLbl="node1" presStyleIdx="4" presStyleCnt="6">
        <dgm:presLayoutVars>
          <dgm:chMax val="0"/>
          <dgm:bulletEnabled val="1"/>
        </dgm:presLayoutVars>
      </dgm:prSet>
      <dgm:spPr/>
    </dgm:pt>
    <dgm:pt modelId="{A27267EB-DB14-4B1B-A372-65DB758D434D}" type="pres">
      <dgm:prSet presAssocID="{DFF80F27-7460-4582-B13D-5B01A3FF475D}" presName="spacer" presStyleCnt="0"/>
      <dgm:spPr/>
    </dgm:pt>
    <dgm:pt modelId="{C14946B7-C88A-4439-8879-F04D25850863}" type="pres">
      <dgm:prSet presAssocID="{857921B2-190C-46B7-84BB-8F4AAE5F23F5}" presName="parentText" presStyleLbl="node1" presStyleIdx="5" presStyleCnt="6">
        <dgm:presLayoutVars>
          <dgm:chMax val="0"/>
          <dgm:bulletEnabled val="1"/>
        </dgm:presLayoutVars>
      </dgm:prSet>
      <dgm:spPr/>
    </dgm:pt>
  </dgm:ptLst>
  <dgm:cxnLst>
    <dgm:cxn modelId="{D20DA515-2B97-4A02-AB0B-AC0F96128B12}" srcId="{5AA6DED0-B5F2-4616-8C44-D2AD39AD19D6}" destId="{456DAC13-D10C-4500-BD48-F10EACD13DE1}" srcOrd="3" destOrd="0" parTransId="{4711A7CE-6CC4-4DB8-BE52-7D09A1069A31}" sibTransId="{AB3F3298-0BB5-45BC-8C7D-243DD3F7CEF6}"/>
    <dgm:cxn modelId="{E6BF5722-BCD0-44F0-B057-CD135F77EB9A}" type="presOf" srcId="{456DAC13-D10C-4500-BD48-F10EACD13DE1}" destId="{C3DFA4B1-8D63-45EE-A3CC-567A4D64EDF2}" srcOrd="0" destOrd="0" presId="urn:microsoft.com/office/officeart/2005/8/layout/vList2"/>
    <dgm:cxn modelId="{DE4FB933-57D5-48DC-8065-D9B4B4DF15E9}" type="presOf" srcId="{4180F07C-ADFC-4E43-8D96-7B7E0F85EAF2}" destId="{B06693B4-704A-4C3B-9630-D1E885CD8290}" srcOrd="0" destOrd="0" presId="urn:microsoft.com/office/officeart/2005/8/layout/vList2"/>
    <dgm:cxn modelId="{E7B23B7F-A1A7-4030-AFD7-CB818C6640F2}" srcId="{5AA6DED0-B5F2-4616-8C44-D2AD39AD19D6}" destId="{857921B2-190C-46B7-84BB-8F4AAE5F23F5}" srcOrd="5" destOrd="0" parTransId="{68CD0412-1F40-4C54-A4AF-3FAAF4B0D8DD}" sibTransId="{B8E3EE38-C843-49FF-B2AA-1E66CD5A9A97}"/>
    <dgm:cxn modelId="{1166A58C-9648-4D68-BD79-613F6FAA6FAD}" srcId="{5AA6DED0-B5F2-4616-8C44-D2AD39AD19D6}" destId="{8A4CDD5F-1A24-4C4B-BFED-150AEFD6A120}" srcOrd="4" destOrd="0" parTransId="{2F5EF2B8-AE34-47E1-A65D-59F74DBA2F07}" sibTransId="{DFF80F27-7460-4582-B13D-5B01A3FF475D}"/>
    <dgm:cxn modelId="{3D701C9C-BD16-4D07-A1EE-D4AA2E92F0F0}" type="presOf" srcId="{1442CEF6-6FCF-4F43-92A9-0702DCADA34E}" destId="{1612931A-B096-40A0-A6D8-D03895FD6B03}" srcOrd="0" destOrd="0" presId="urn:microsoft.com/office/officeart/2005/8/layout/vList2"/>
    <dgm:cxn modelId="{267D91A0-D43D-4DD3-9A0E-23D10FA0C77C}" srcId="{5AA6DED0-B5F2-4616-8C44-D2AD39AD19D6}" destId="{036293B0-8F73-4A4D-BA4A-1BA36AA1DB17}" srcOrd="1" destOrd="0" parTransId="{43E14A73-F9EA-4F9A-B91D-28F112C89175}" sibTransId="{A1916EAA-A803-456C-9DB7-BC6588C32D84}"/>
    <dgm:cxn modelId="{2BD71BA5-0742-47A1-9DA9-0BF606052FD1}" type="presOf" srcId="{5AA6DED0-B5F2-4616-8C44-D2AD39AD19D6}" destId="{2976D90A-738E-495B-AF17-DB8AB460F3A0}" srcOrd="0" destOrd="0" presId="urn:microsoft.com/office/officeart/2005/8/layout/vList2"/>
    <dgm:cxn modelId="{4AE5D8D6-D330-480C-99CC-81B86FDBBF16}" type="presOf" srcId="{857921B2-190C-46B7-84BB-8F4AAE5F23F5}" destId="{C14946B7-C88A-4439-8879-F04D25850863}" srcOrd="0" destOrd="0" presId="urn:microsoft.com/office/officeart/2005/8/layout/vList2"/>
    <dgm:cxn modelId="{4422ADDB-D124-456E-97F6-E2A5A46721EC}" srcId="{5AA6DED0-B5F2-4616-8C44-D2AD39AD19D6}" destId="{1442CEF6-6FCF-4F43-92A9-0702DCADA34E}" srcOrd="0" destOrd="0" parTransId="{F2C50D3D-CA59-48B9-915A-685BE5CA911C}" sibTransId="{4A1A24F4-10EE-45CE-9FB7-FD5186DAFC87}"/>
    <dgm:cxn modelId="{36BBF9E7-2621-417A-9851-6734345B7171}" type="presOf" srcId="{8A4CDD5F-1A24-4C4B-BFED-150AEFD6A120}" destId="{C31470B9-A4D4-4912-BBC0-6F73792EEE87}" srcOrd="0" destOrd="0" presId="urn:microsoft.com/office/officeart/2005/8/layout/vList2"/>
    <dgm:cxn modelId="{B5537FEE-B239-4549-8857-7F871B8F4A74}" type="presOf" srcId="{036293B0-8F73-4A4D-BA4A-1BA36AA1DB17}" destId="{276AF687-B1D1-4459-B626-D8719FC39E35}" srcOrd="0" destOrd="0" presId="urn:microsoft.com/office/officeart/2005/8/layout/vList2"/>
    <dgm:cxn modelId="{BE636CFD-A2BF-46C4-A5EE-D76483EE6C09}" srcId="{5AA6DED0-B5F2-4616-8C44-D2AD39AD19D6}" destId="{4180F07C-ADFC-4E43-8D96-7B7E0F85EAF2}" srcOrd="2" destOrd="0" parTransId="{BCB2C371-AF49-4DEC-B5F5-E1120E276315}" sibTransId="{C5E52A0E-A1F9-46A7-9E44-6CD97331D5C6}"/>
    <dgm:cxn modelId="{067D2EBB-4215-4EA3-8AA8-F7EAAF3EDFED}" type="presParOf" srcId="{2976D90A-738E-495B-AF17-DB8AB460F3A0}" destId="{1612931A-B096-40A0-A6D8-D03895FD6B03}" srcOrd="0" destOrd="0" presId="urn:microsoft.com/office/officeart/2005/8/layout/vList2"/>
    <dgm:cxn modelId="{8B996D29-239B-46E9-AE7C-0509F73A56E2}" type="presParOf" srcId="{2976D90A-738E-495B-AF17-DB8AB460F3A0}" destId="{5FC2A9FB-FC45-4C90-BC5C-E5BAF4AC7B36}" srcOrd="1" destOrd="0" presId="urn:microsoft.com/office/officeart/2005/8/layout/vList2"/>
    <dgm:cxn modelId="{F8DC20AE-76BE-4A3F-A22C-1057FEDB9727}" type="presParOf" srcId="{2976D90A-738E-495B-AF17-DB8AB460F3A0}" destId="{276AF687-B1D1-4459-B626-D8719FC39E35}" srcOrd="2" destOrd="0" presId="urn:microsoft.com/office/officeart/2005/8/layout/vList2"/>
    <dgm:cxn modelId="{A9029518-D961-4784-896A-2CAE7B404483}" type="presParOf" srcId="{2976D90A-738E-495B-AF17-DB8AB460F3A0}" destId="{B67A84B8-9D0F-4149-9A01-96C03462F99D}" srcOrd="3" destOrd="0" presId="urn:microsoft.com/office/officeart/2005/8/layout/vList2"/>
    <dgm:cxn modelId="{5EEF8C4D-AD62-45A8-8260-4E4A96F5350F}" type="presParOf" srcId="{2976D90A-738E-495B-AF17-DB8AB460F3A0}" destId="{B06693B4-704A-4C3B-9630-D1E885CD8290}" srcOrd="4" destOrd="0" presId="urn:microsoft.com/office/officeart/2005/8/layout/vList2"/>
    <dgm:cxn modelId="{48F61B84-0632-4C48-9688-8F113CC83869}" type="presParOf" srcId="{2976D90A-738E-495B-AF17-DB8AB460F3A0}" destId="{0F5E5131-48DE-488F-B308-8B5554131D47}" srcOrd="5" destOrd="0" presId="urn:microsoft.com/office/officeart/2005/8/layout/vList2"/>
    <dgm:cxn modelId="{ECB5BEAB-6C72-4C7B-9564-1FD60673D073}" type="presParOf" srcId="{2976D90A-738E-495B-AF17-DB8AB460F3A0}" destId="{C3DFA4B1-8D63-45EE-A3CC-567A4D64EDF2}" srcOrd="6" destOrd="0" presId="urn:microsoft.com/office/officeart/2005/8/layout/vList2"/>
    <dgm:cxn modelId="{B6FAC015-1600-43C1-88DF-F9B66BC25B87}" type="presParOf" srcId="{2976D90A-738E-495B-AF17-DB8AB460F3A0}" destId="{FB6036AA-6894-4B5E-96B6-F0016006B71F}" srcOrd="7" destOrd="0" presId="urn:microsoft.com/office/officeart/2005/8/layout/vList2"/>
    <dgm:cxn modelId="{D9389A17-D953-45E0-8FD7-41095AA764C2}" type="presParOf" srcId="{2976D90A-738E-495B-AF17-DB8AB460F3A0}" destId="{C31470B9-A4D4-4912-BBC0-6F73792EEE87}" srcOrd="8" destOrd="0" presId="urn:microsoft.com/office/officeart/2005/8/layout/vList2"/>
    <dgm:cxn modelId="{113F9645-18C0-4A7F-8B3E-81D87517B44B}" type="presParOf" srcId="{2976D90A-738E-495B-AF17-DB8AB460F3A0}" destId="{A27267EB-DB14-4B1B-A372-65DB758D434D}" srcOrd="9" destOrd="0" presId="urn:microsoft.com/office/officeart/2005/8/layout/vList2"/>
    <dgm:cxn modelId="{FFEDE168-D9C9-43DD-B4F4-80889CEA8A85}" type="presParOf" srcId="{2976D90A-738E-495B-AF17-DB8AB460F3A0}" destId="{C14946B7-C88A-4439-8879-F04D25850863}"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EB56F0-2C47-44EE-977D-9ADD3431F8E6}"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BD17E926-EB8A-4659-9D2D-B1158E3578AC}">
      <dgm:prSet/>
      <dgm:spPr/>
      <dgm:t>
        <a:bodyPr/>
        <a:lstStyle/>
        <a:p>
          <a:r>
            <a:rPr lang="en-US"/>
            <a:t>• 7,043 customers</a:t>
          </a:r>
        </a:p>
      </dgm:t>
    </dgm:pt>
    <dgm:pt modelId="{3C1BF10F-FAB8-4A89-BA8D-3E2A8C65D0FC}" type="parTrans" cxnId="{105647B9-AC14-47E7-B658-FBBE5216EE1B}">
      <dgm:prSet/>
      <dgm:spPr/>
      <dgm:t>
        <a:bodyPr/>
        <a:lstStyle/>
        <a:p>
          <a:endParaRPr lang="en-US"/>
        </a:p>
      </dgm:t>
    </dgm:pt>
    <dgm:pt modelId="{D0622274-A6BF-4378-8C53-F590CCF6A625}" type="sibTrans" cxnId="{105647B9-AC14-47E7-B658-FBBE5216EE1B}">
      <dgm:prSet/>
      <dgm:spPr/>
      <dgm:t>
        <a:bodyPr/>
        <a:lstStyle/>
        <a:p>
          <a:endParaRPr lang="en-US"/>
        </a:p>
      </dgm:t>
    </dgm:pt>
    <dgm:pt modelId="{BE324BB7-6D2D-4F06-AF55-8CD743E4E488}">
      <dgm:prSet/>
      <dgm:spPr/>
      <dgm:t>
        <a:bodyPr/>
        <a:lstStyle/>
        <a:p>
          <a:r>
            <a:rPr lang="en-US" dirty="0"/>
            <a:t>• 21 features</a:t>
          </a:r>
        </a:p>
      </dgm:t>
    </dgm:pt>
    <dgm:pt modelId="{B94D93F1-6726-4B02-BE2D-BEDB7DAC9791}" type="parTrans" cxnId="{E2990CF9-F3EA-406B-86D7-BD666F3C117A}">
      <dgm:prSet/>
      <dgm:spPr/>
      <dgm:t>
        <a:bodyPr/>
        <a:lstStyle/>
        <a:p>
          <a:endParaRPr lang="en-US"/>
        </a:p>
      </dgm:t>
    </dgm:pt>
    <dgm:pt modelId="{F2F10854-11D0-4D79-AE36-0D562681640D}" type="sibTrans" cxnId="{E2990CF9-F3EA-406B-86D7-BD666F3C117A}">
      <dgm:prSet/>
      <dgm:spPr/>
      <dgm:t>
        <a:bodyPr/>
        <a:lstStyle/>
        <a:p>
          <a:endParaRPr lang="en-US"/>
        </a:p>
      </dgm:t>
    </dgm:pt>
    <dgm:pt modelId="{72CCECCA-BAB6-4588-9FC9-AC848A996A37}">
      <dgm:prSet/>
      <dgm:spPr/>
      <dgm:t>
        <a:bodyPr/>
        <a:lstStyle/>
        <a:p>
          <a:r>
            <a:rPr lang="en-US"/>
            <a:t>• 100% complete data</a:t>
          </a:r>
        </a:p>
      </dgm:t>
    </dgm:pt>
    <dgm:pt modelId="{C1A42784-81C5-479C-82BF-53F99B58DD8D}" type="parTrans" cxnId="{2BD3BF3B-08C6-4565-9DAA-33C4FCD3FC25}">
      <dgm:prSet/>
      <dgm:spPr/>
      <dgm:t>
        <a:bodyPr/>
        <a:lstStyle/>
        <a:p>
          <a:endParaRPr lang="en-US"/>
        </a:p>
      </dgm:t>
    </dgm:pt>
    <dgm:pt modelId="{9130B2A8-A7B6-4E8A-8F88-18664441BC5B}" type="sibTrans" cxnId="{2BD3BF3B-08C6-4565-9DAA-33C4FCD3FC25}">
      <dgm:prSet/>
      <dgm:spPr/>
      <dgm:t>
        <a:bodyPr/>
        <a:lstStyle/>
        <a:p>
          <a:endParaRPr lang="en-US"/>
        </a:p>
      </dgm:t>
    </dgm:pt>
    <dgm:pt modelId="{67320368-CDB3-4D71-ADB9-B98162847D61}">
      <dgm:prSet/>
      <dgm:spPr/>
      <dgm:t>
        <a:bodyPr/>
        <a:lstStyle/>
        <a:p>
          <a:r>
            <a:rPr lang="en-US"/>
            <a:t>Churn: 26.5%</a:t>
          </a:r>
        </a:p>
      </dgm:t>
    </dgm:pt>
    <dgm:pt modelId="{362528D8-C56C-4300-85D7-A9AC53F0B9BA}" type="parTrans" cxnId="{74A8E158-7A72-4AD0-A3F9-F63026639F5D}">
      <dgm:prSet/>
      <dgm:spPr/>
      <dgm:t>
        <a:bodyPr/>
        <a:lstStyle/>
        <a:p>
          <a:endParaRPr lang="en-US"/>
        </a:p>
      </dgm:t>
    </dgm:pt>
    <dgm:pt modelId="{696924D0-73E5-4874-9AAB-D8DA11CBD1E8}" type="sibTrans" cxnId="{74A8E158-7A72-4AD0-A3F9-F63026639F5D}">
      <dgm:prSet/>
      <dgm:spPr/>
      <dgm:t>
        <a:bodyPr/>
        <a:lstStyle/>
        <a:p>
          <a:endParaRPr lang="en-US"/>
        </a:p>
      </dgm:t>
    </dgm:pt>
    <dgm:pt modelId="{C13EEF2E-2887-4E4A-8794-CBA5CD813461}">
      <dgm:prSet/>
      <dgm:spPr/>
      <dgm:t>
        <a:bodyPr/>
        <a:lstStyle/>
        <a:p>
          <a:r>
            <a:rPr lang="en-US"/>
            <a:t>No Churn: 73.5%</a:t>
          </a:r>
        </a:p>
      </dgm:t>
    </dgm:pt>
    <dgm:pt modelId="{63C02E18-7A7F-4484-A45B-53F72F95AFD6}" type="parTrans" cxnId="{2C795537-2634-433B-8629-A84A0956110E}">
      <dgm:prSet/>
      <dgm:spPr/>
      <dgm:t>
        <a:bodyPr/>
        <a:lstStyle/>
        <a:p>
          <a:endParaRPr lang="en-US"/>
        </a:p>
      </dgm:t>
    </dgm:pt>
    <dgm:pt modelId="{D8B7F09E-F906-4874-890F-734DC72BE0AC}" type="sibTrans" cxnId="{2C795537-2634-433B-8629-A84A0956110E}">
      <dgm:prSet/>
      <dgm:spPr/>
      <dgm:t>
        <a:bodyPr/>
        <a:lstStyle/>
        <a:p>
          <a:endParaRPr lang="en-US"/>
        </a:p>
      </dgm:t>
    </dgm:pt>
    <dgm:pt modelId="{3B0A3908-FF8D-41D4-8DE2-6B24E636DE73}" type="pres">
      <dgm:prSet presAssocID="{36EB56F0-2C47-44EE-977D-9ADD3431F8E6}" presName="linear" presStyleCnt="0">
        <dgm:presLayoutVars>
          <dgm:dir/>
          <dgm:animLvl val="lvl"/>
          <dgm:resizeHandles val="exact"/>
        </dgm:presLayoutVars>
      </dgm:prSet>
      <dgm:spPr/>
    </dgm:pt>
    <dgm:pt modelId="{EB19B349-87F7-4BA7-A89C-C56A879C89FA}" type="pres">
      <dgm:prSet presAssocID="{BD17E926-EB8A-4659-9D2D-B1158E3578AC}" presName="parentLin" presStyleCnt="0"/>
      <dgm:spPr/>
    </dgm:pt>
    <dgm:pt modelId="{2F25C684-E755-4C8B-AFA8-CE4C74C8DB9A}" type="pres">
      <dgm:prSet presAssocID="{BD17E926-EB8A-4659-9D2D-B1158E3578AC}" presName="parentLeftMargin" presStyleLbl="node1" presStyleIdx="0" presStyleCnt="5"/>
      <dgm:spPr/>
    </dgm:pt>
    <dgm:pt modelId="{58AF0D1B-B5BB-4CAC-88C4-AD81114F2366}" type="pres">
      <dgm:prSet presAssocID="{BD17E926-EB8A-4659-9D2D-B1158E3578AC}" presName="parentText" presStyleLbl="node1" presStyleIdx="0" presStyleCnt="5">
        <dgm:presLayoutVars>
          <dgm:chMax val="0"/>
          <dgm:bulletEnabled val="1"/>
        </dgm:presLayoutVars>
      </dgm:prSet>
      <dgm:spPr/>
    </dgm:pt>
    <dgm:pt modelId="{6D6DFF1D-EB30-4252-912C-96403336BC4F}" type="pres">
      <dgm:prSet presAssocID="{BD17E926-EB8A-4659-9D2D-B1158E3578AC}" presName="negativeSpace" presStyleCnt="0"/>
      <dgm:spPr/>
    </dgm:pt>
    <dgm:pt modelId="{8EFBA75C-AB75-4241-BB9E-8923DD026303}" type="pres">
      <dgm:prSet presAssocID="{BD17E926-EB8A-4659-9D2D-B1158E3578AC}" presName="childText" presStyleLbl="conFgAcc1" presStyleIdx="0" presStyleCnt="5">
        <dgm:presLayoutVars>
          <dgm:bulletEnabled val="1"/>
        </dgm:presLayoutVars>
      </dgm:prSet>
      <dgm:spPr/>
    </dgm:pt>
    <dgm:pt modelId="{2AC79FC4-AD69-47C6-B3E5-F6E4376EB24A}" type="pres">
      <dgm:prSet presAssocID="{D0622274-A6BF-4378-8C53-F590CCF6A625}" presName="spaceBetweenRectangles" presStyleCnt="0"/>
      <dgm:spPr/>
    </dgm:pt>
    <dgm:pt modelId="{60A1A923-0646-409D-B18A-93B3DD3CD472}" type="pres">
      <dgm:prSet presAssocID="{BE324BB7-6D2D-4F06-AF55-8CD743E4E488}" presName="parentLin" presStyleCnt="0"/>
      <dgm:spPr/>
    </dgm:pt>
    <dgm:pt modelId="{0664F6AB-26ED-4553-8147-0AAF12957CA8}" type="pres">
      <dgm:prSet presAssocID="{BE324BB7-6D2D-4F06-AF55-8CD743E4E488}" presName="parentLeftMargin" presStyleLbl="node1" presStyleIdx="0" presStyleCnt="5"/>
      <dgm:spPr/>
    </dgm:pt>
    <dgm:pt modelId="{A1AF3C50-91C8-4CD6-8329-A8DC0F76025E}" type="pres">
      <dgm:prSet presAssocID="{BE324BB7-6D2D-4F06-AF55-8CD743E4E488}" presName="parentText" presStyleLbl="node1" presStyleIdx="1" presStyleCnt="5">
        <dgm:presLayoutVars>
          <dgm:chMax val="0"/>
          <dgm:bulletEnabled val="1"/>
        </dgm:presLayoutVars>
      </dgm:prSet>
      <dgm:spPr/>
    </dgm:pt>
    <dgm:pt modelId="{2ED6D1FD-FE10-4A3B-994E-07DAFF0E3DE6}" type="pres">
      <dgm:prSet presAssocID="{BE324BB7-6D2D-4F06-AF55-8CD743E4E488}" presName="negativeSpace" presStyleCnt="0"/>
      <dgm:spPr/>
    </dgm:pt>
    <dgm:pt modelId="{97E72DA3-9DDC-4BD2-B70D-EA9256F616B7}" type="pres">
      <dgm:prSet presAssocID="{BE324BB7-6D2D-4F06-AF55-8CD743E4E488}" presName="childText" presStyleLbl="conFgAcc1" presStyleIdx="1" presStyleCnt="5">
        <dgm:presLayoutVars>
          <dgm:bulletEnabled val="1"/>
        </dgm:presLayoutVars>
      </dgm:prSet>
      <dgm:spPr/>
    </dgm:pt>
    <dgm:pt modelId="{6FD4CC10-7632-42DD-8DE9-46F984B9E4B6}" type="pres">
      <dgm:prSet presAssocID="{F2F10854-11D0-4D79-AE36-0D562681640D}" presName="spaceBetweenRectangles" presStyleCnt="0"/>
      <dgm:spPr/>
    </dgm:pt>
    <dgm:pt modelId="{4DCBC2D4-077A-4FA8-AFDD-ACAC42526DDD}" type="pres">
      <dgm:prSet presAssocID="{72CCECCA-BAB6-4588-9FC9-AC848A996A37}" presName="parentLin" presStyleCnt="0"/>
      <dgm:spPr/>
    </dgm:pt>
    <dgm:pt modelId="{44840C9E-F8AB-4D17-A34D-94A487DC0F5A}" type="pres">
      <dgm:prSet presAssocID="{72CCECCA-BAB6-4588-9FC9-AC848A996A37}" presName="parentLeftMargin" presStyleLbl="node1" presStyleIdx="1" presStyleCnt="5"/>
      <dgm:spPr/>
    </dgm:pt>
    <dgm:pt modelId="{505520B5-36BB-4CCE-A130-32A7DDD2E21D}" type="pres">
      <dgm:prSet presAssocID="{72CCECCA-BAB6-4588-9FC9-AC848A996A37}" presName="parentText" presStyleLbl="node1" presStyleIdx="2" presStyleCnt="5">
        <dgm:presLayoutVars>
          <dgm:chMax val="0"/>
          <dgm:bulletEnabled val="1"/>
        </dgm:presLayoutVars>
      </dgm:prSet>
      <dgm:spPr/>
    </dgm:pt>
    <dgm:pt modelId="{72327951-8FDE-4E53-A121-538EC9C2136B}" type="pres">
      <dgm:prSet presAssocID="{72CCECCA-BAB6-4588-9FC9-AC848A996A37}" presName="negativeSpace" presStyleCnt="0"/>
      <dgm:spPr/>
    </dgm:pt>
    <dgm:pt modelId="{19AC86C6-C729-41A2-A609-0F48AB0D3216}" type="pres">
      <dgm:prSet presAssocID="{72CCECCA-BAB6-4588-9FC9-AC848A996A37}" presName="childText" presStyleLbl="conFgAcc1" presStyleIdx="2" presStyleCnt="5">
        <dgm:presLayoutVars>
          <dgm:bulletEnabled val="1"/>
        </dgm:presLayoutVars>
      </dgm:prSet>
      <dgm:spPr/>
    </dgm:pt>
    <dgm:pt modelId="{8DEC9830-B54A-4710-99BC-49438FB9CFD4}" type="pres">
      <dgm:prSet presAssocID="{9130B2A8-A7B6-4E8A-8F88-18664441BC5B}" presName="spaceBetweenRectangles" presStyleCnt="0"/>
      <dgm:spPr/>
    </dgm:pt>
    <dgm:pt modelId="{3EAE7406-F61B-4457-91B1-3A5E667D265F}" type="pres">
      <dgm:prSet presAssocID="{67320368-CDB3-4D71-ADB9-B98162847D61}" presName="parentLin" presStyleCnt="0"/>
      <dgm:spPr/>
    </dgm:pt>
    <dgm:pt modelId="{9B0FE142-980F-4486-AA4A-012935DD7660}" type="pres">
      <dgm:prSet presAssocID="{67320368-CDB3-4D71-ADB9-B98162847D61}" presName="parentLeftMargin" presStyleLbl="node1" presStyleIdx="2" presStyleCnt="5"/>
      <dgm:spPr/>
    </dgm:pt>
    <dgm:pt modelId="{67EDE1BD-57A4-413E-950C-081A7B37B67D}" type="pres">
      <dgm:prSet presAssocID="{67320368-CDB3-4D71-ADB9-B98162847D61}" presName="parentText" presStyleLbl="node1" presStyleIdx="3" presStyleCnt="5">
        <dgm:presLayoutVars>
          <dgm:chMax val="0"/>
          <dgm:bulletEnabled val="1"/>
        </dgm:presLayoutVars>
      </dgm:prSet>
      <dgm:spPr/>
    </dgm:pt>
    <dgm:pt modelId="{6EB52E72-2952-4666-938A-BA0B5FB6B001}" type="pres">
      <dgm:prSet presAssocID="{67320368-CDB3-4D71-ADB9-B98162847D61}" presName="negativeSpace" presStyleCnt="0"/>
      <dgm:spPr/>
    </dgm:pt>
    <dgm:pt modelId="{A7479B0C-76C8-4C70-B3A6-98C3ACC774B5}" type="pres">
      <dgm:prSet presAssocID="{67320368-CDB3-4D71-ADB9-B98162847D61}" presName="childText" presStyleLbl="conFgAcc1" presStyleIdx="3" presStyleCnt="5">
        <dgm:presLayoutVars>
          <dgm:bulletEnabled val="1"/>
        </dgm:presLayoutVars>
      </dgm:prSet>
      <dgm:spPr/>
    </dgm:pt>
    <dgm:pt modelId="{50B436DB-1229-45DA-AA44-2C47F044CFB2}" type="pres">
      <dgm:prSet presAssocID="{696924D0-73E5-4874-9AAB-D8DA11CBD1E8}" presName="spaceBetweenRectangles" presStyleCnt="0"/>
      <dgm:spPr/>
    </dgm:pt>
    <dgm:pt modelId="{FD05BEC8-3456-4D52-B3B5-D85A5D75BD96}" type="pres">
      <dgm:prSet presAssocID="{C13EEF2E-2887-4E4A-8794-CBA5CD813461}" presName="parentLin" presStyleCnt="0"/>
      <dgm:spPr/>
    </dgm:pt>
    <dgm:pt modelId="{372FB71A-348E-4032-B4E7-8A593DB9EF54}" type="pres">
      <dgm:prSet presAssocID="{C13EEF2E-2887-4E4A-8794-CBA5CD813461}" presName="parentLeftMargin" presStyleLbl="node1" presStyleIdx="3" presStyleCnt="5"/>
      <dgm:spPr/>
    </dgm:pt>
    <dgm:pt modelId="{C08B1444-9D22-40B4-9975-1E0402340F1E}" type="pres">
      <dgm:prSet presAssocID="{C13EEF2E-2887-4E4A-8794-CBA5CD813461}" presName="parentText" presStyleLbl="node1" presStyleIdx="4" presStyleCnt="5">
        <dgm:presLayoutVars>
          <dgm:chMax val="0"/>
          <dgm:bulletEnabled val="1"/>
        </dgm:presLayoutVars>
      </dgm:prSet>
      <dgm:spPr/>
    </dgm:pt>
    <dgm:pt modelId="{E756D1E5-9503-4575-81CB-E4C5E84260F5}" type="pres">
      <dgm:prSet presAssocID="{C13EEF2E-2887-4E4A-8794-CBA5CD813461}" presName="negativeSpace" presStyleCnt="0"/>
      <dgm:spPr/>
    </dgm:pt>
    <dgm:pt modelId="{C4371972-D6C3-4418-A570-85B937112A70}" type="pres">
      <dgm:prSet presAssocID="{C13EEF2E-2887-4E4A-8794-CBA5CD813461}" presName="childText" presStyleLbl="conFgAcc1" presStyleIdx="4" presStyleCnt="5">
        <dgm:presLayoutVars>
          <dgm:bulletEnabled val="1"/>
        </dgm:presLayoutVars>
      </dgm:prSet>
      <dgm:spPr/>
    </dgm:pt>
  </dgm:ptLst>
  <dgm:cxnLst>
    <dgm:cxn modelId="{C5215800-6A40-4D33-9663-578345F94945}" type="presOf" srcId="{BE324BB7-6D2D-4F06-AF55-8CD743E4E488}" destId="{0664F6AB-26ED-4553-8147-0AAF12957CA8}" srcOrd="0" destOrd="0" presId="urn:microsoft.com/office/officeart/2005/8/layout/list1"/>
    <dgm:cxn modelId="{FFD1811B-A28B-4A56-8E7B-E5CFB54512B7}" type="presOf" srcId="{BD17E926-EB8A-4659-9D2D-B1158E3578AC}" destId="{2F25C684-E755-4C8B-AFA8-CE4C74C8DB9A}" srcOrd="0" destOrd="0" presId="urn:microsoft.com/office/officeart/2005/8/layout/list1"/>
    <dgm:cxn modelId="{A9A18A2A-6C37-4C44-AF7E-1F5C8DD35890}" type="presOf" srcId="{C13EEF2E-2887-4E4A-8794-CBA5CD813461}" destId="{372FB71A-348E-4032-B4E7-8A593DB9EF54}" srcOrd="0" destOrd="0" presId="urn:microsoft.com/office/officeart/2005/8/layout/list1"/>
    <dgm:cxn modelId="{B8F21137-CEA2-4E5A-A284-4EA5DF2050EB}" type="presOf" srcId="{C13EEF2E-2887-4E4A-8794-CBA5CD813461}" destId="{C08B1444-9D22-40B4-9975-1E0402340F1E}" srcOrd="1" destOrd="0" presId="urn:microsoft.com/office/officeart/2005/8/layout/list1"/>
    <dgm:cxn modelId="{2C795537-2634-433B-8629-A84A0956110E}" srcId="{36EB56F0-2C47-44EE-977D-9ADD3431F8E6}" destId="{C13EEF2E-2887-4E4A-8794-CBA5CD813461}" srcOrd="4" destOrd="0" parTransId="{63C02E18-7A7F-4484-A45B-53F72F95AFD6}" sibTransId="{D8B7F09E-F906-4874-890F-734DC72BE0AC}"/>
    <dgm:cxn modelId="{2CF71E3A-0F3B-4F9E-B472-16D033572DE7}" type="presOf" srcId="{67320368-CDB3-4D71-ADB9-B98162847D61}" destId="{67EDE1BD-57A4-413E-950C-081A7B37B67D}" srcOrd="1" destOrd="0" presId="urn:microsoft.com/office/officeart/2005/8/layout/list1"/>
    <dgm:cxn modelId="{2BD3BF3B-08C6-4565-9DAA-33C4FCD3FC25}" srcId="{36EB56F0-2C47-44EE-977D-9ADD3431F8E6}" destId="{72CCECCA-BAB6-4588-9FC9-AC848A996A37}" srcOrd="2" destOrd="0" parTransId="{C1A42784-81C5-479C-82BF-53F99B58DD8D}" sibTransId="{9130B2A8-A7B6-4E8A-8F88-18664441BC5B}"/>
    <dgm:cxn modelId="{11E9F73F-0ECD-4E4C-B46B-EFDB627FD700}" type="presOf" srcId="{BD17E926-EB8A-4659-9D2D-B1158E3578AC}" destId="{58AF0D1B-B5BB-4CAC-88C4-AD81114F2366}" srcOrd="1" destOrd="0" presId="urn:microsoft.com/office/officeart/2005/8/layout/list1"/>
    <dgm:cxn modelId="{397C5F61-C2BA-4696-B5BA-68B8B425F22C}" type="presOf" srcId="{36EB56F0-2C47-44EE-977D-9ADD3431F8E6}" destId="{3B0A3908-FF8D-41D4-8DE2-6B24E636DE73}" srcOrd="0" destOrd="0" presId="urn:microsoft.com/office/officeart/2005/8/layout/list1"/>
    <dgm:cxn modelId="{37EEA663-9121-4A21-A352-727006111266}" type="presOf" srcId="{72CCECCA-BAB6-4588-9FC9-AC848A996A37}" destId="{44840C9E-F8AB-4D17-A34D-94A487DC0F5A}" srcOrd="0" destOrd="0" presId="urn:microsoft.com/office/officeart/2005/8/layout/list1"/>
    <dgm:cxn modelId="{74A8E158-7A72-4AD0-A3F9-F63026639F5D}" srcId="{36EB56F0-2C47-44EE-977D-9ADD3431F8E6}" destId="{67320368-CDB3-4D71-ADB9-B98162847D61}" srcOrd="3" destOrd="0" parTransId="{362528D8-C56C-4300-85D7-A9AC53F0B9BA}" sibTransId="{696924D0-73E5-4874-9AAB-D8DA11CBD1E8}"/>
    <dgm:cxn modelId="{4B193D84-962F-4257-A031-E0BB5D682CEE}" type="presOf" srcId="{BE324BB7-6D2D-4F06-AF55-8CD743E4E488}" destId="{A1AF3C50-91C8-4CD6-8329-A8DC0F76025E}" srcOrd="1" destOrd="0" presId="urn:microsoft.com/office/officeart/2005/8/layout/list1"/>
    <dgm:cxn modelId="{5826908E-312A-414E-9597-5D0D125F30DA}" type="presOf" srcId="{72CCECCA-BAB6-4588-9FC9-AC848A996A37}" destId="{505520B5-36BB-4CCE-A130-32A7DDD2E21D}" srcOrd="1" destOrd="0" presId="urn:microsoft.com/office/officeart/2005/8/layout/list1"/>
    <dgm:cxn modelId="{0D18D690-64FA-467F-9943-FE8D77774A31}" type="presOf" srcId="{67320368-CDB3-4D71-ADB9-B98162847D61}" destId="{9B0FE142-980F-4486-AA4A-012935DD7660}" srcOrd="0" destOrd="0" presId="urn:microsoft.com/office/officeart/2005/8/layout/list1"/>
    <dgm:cxn modelId="{105647B9-AC14-47E7-B658-FBBE5216EE1B}" srcId="{36EB56F0-2C47-44EE-977D-9ADD3431F8E6}" destId="{BD17E926-EB8A-4659-9D2D-B1158E3578AC}" srcOrd="0" destOrd="0" parTransId="{3C1BF10F-FAB8-4A89-BA8D-3E2A8C65D0FC}" sibTransId="{D0622274-A6BF-4378-8C53-F590CCF6A625}"/>
    <dgm:cxn modelId="{E2990CF9-F3EA-406B-86D7-BD666F3C117A}" srcId="{36EB56F0-2C47-44EE-977D-9ADD3431F8E6}" destId="{BE324BB7-6D2D-4F06-AF55-8CD743E4E488}" srcOrd="1" destOrd="0" parTransId="{B94D93F1-6726-4B02-BE2D-BEDB7DAC9791}" sibTransId="{F2F10854-11D0-4D79-AE36-0D562681640D}"/>
    <dgm:cxn modelId="{41F617A3-3D08-48F8-9703-05B3C06CBFFE}" type="presParOf" srcId="{3B0A3908-FF8D-41D4-8DE2-6B24E636DE73}" destId="{EB19B349-87F7-4BA7-A89C-C56A879C89FA}" srcOrd="0" destOrd="0" presId="urn:microsoft.com/office/officeart/2005/8/layout/list1"/>
    <dgm:cxn modelId="{46B4CB39-0D40-4061-87EB-7714BF61485A}" type="presParOf" srcId="{EB19B349-87F7-4BA7-A89C-C56A879C89FA}" destId="{2F25C684-E755-4C8B-AFA8-CE4C74C8DB9A}" srcOrd="0" destOrd="0" presId="urn:microsoft.com/office/officeart/2005/8/layout/list1"/>
    <dgm:cxn modelId="{FE9F62A9-61A7-4FD7-AA02-014EC0AB8A8A}" type="presParOf" srcId="{EB19B349-87F7-4BA7-A89C-C56A879C89FA}" destId="{58AF0D1B-B5BB-4CAC-88C4-AD81114F2366}" srcOrd="1" destOrd="0" presId="urn:microsoft.com/office/officeart/2005/8/layout/list1"/>
    <dgm:cxn modelId="{26A1D602-4E0E-4663-B544-7B251E85F550}" type="presParOf" srcId="{3B0A3908-FF8D-41D4-8DE2-6B24E636DE73}" destId="{6D6DFF1D-EB30-4252-912C-96403336BC4F}" srcOrd="1" destOrd="0" presId="urn:microsoft.com/office/officeart/2005/8/layout/list1"/>
    <dgm:cxn modelId="{9853FC4F-6B2A-4F09-9D03-07605DC9F852}" type="presParOf" srcId="{3B0A3908-FF8D-41D4-8DE2-6B24E636DE73}" destId="{8EFBA75C-AB75-4241-BB9E-8923DD026303}" srcOrd="2" destOrd="0" presId="urn:microsoft.com/office/officeart/2005/8/layout/list1"/>
    <dgm:cxn modelId="{98597568-13D2-4627-98B7-60B9F540165B}" type="presParOf" srcId="{3B0A3908-FF8D-41D4-8DE2-6B24E636DE73}" destId="{2AC79FC4-AD69-47C6-B3E5-F6E4376EB24A}" srcOrd="3" destOrd="0" presId="urn:microsoft.com/office/officeart/2005/8/layout/list1"/>
    <dgm:cxn modelId="{87DDAA0A-F54D-4FD9-A880-4F72C467AE01}" type="presParOf" srcId="{3B0A3908-FF8D-41D4-8DE2-6B24E636DE73}" destId="{60A1A923-0646-409D-B18A-93B3DD3CD472}" srcOrd="4" destOrd="0" presId="urn:microsoft.com/office/officeart/2005/8/layout/list1"/>
    <dgm:cxn modelId="{D7AB4B95-C3D1-4CFF-958B-8072027F9F40}" type="presParOf" srcId="{60A1A923-0646-409D-B18A-93B3DD3CD472}" destId="{0664F6AB-26ED-4553-8147-0AAF12957CA8}" srcOrd="0" destOrd="0" presId="urn:microsoft.com/office/officeart/2005/8/layout/list1"/>
    <dgm:cxn modelId="{4BB5ED67-1A9A-426F-A19B-80D78FBA9AD0}" type="presParOf" srcId="{60A1A923-0646-409D-B18A-93B3DD3CD472}" destId="{A1AF3C50-91C8-4CD6-8329-A8DC0F76025E}" srcOrd="1" destOrd="0" presId="urn:microsoft.com/office/officeart/2005/8/layout/list1"/>
    <dgm:cxn modelId="{90C76B77-9587-486D-901E-99BE5C097A5E}" type="presParOf" srcId="{3B0A3908-FF8D-41D4-8DE2-6B24E636DE73}" destId="{2ED6D1FD-FE10-4A3B-994E-07DAFF0E3DE6}" srcOrd="5" destOrd="0" presId="urn:microsoft.com/office/officeart/2005/8/layout/list1"/>
    <dgm:cxn modelId="{B154B0ED-7A86-4790-A9D2-BBD16A4B4859}" type="presParOf" srcId="{3B0A3908-FF8D-41D4-8DE2-6B24E636DE73}" destId="{97E72DA3-9DDC-4BD2-B70D-EA9256F616B7}" srcOrd="6" destOrd="0" presId="urn:microsoft.com/office/officeart/2005/8/layout/list1"/>
    <dgm:cxn modelId="{9B9A9F6A-59C9-47AB-8003-EBE164CCA5D9}" type="presParOf" srcId="{3B0A3908-FF8D-41D4-8DE2-6B24E636DE73}" destId="{6FD4CC10-7632-42DD-8DE9-46F984B9E4B6}" srcOrd="7" destOrd="0" presId="urn:microsoft.com/office/officeart/2005/8/layout/list1"/>
    <dgm:cxn modelId="{88FB7B58-83B8-44DB-8981-AE6851B1E321}" type="presParOf" srcId="{3B0A3908-FF8D-41D4-8DE2-6B24E636DE73}" destId="{4DCBC2D4-077A-4FA8-AFDD-ACAC42526DDD}" srcOrd="8" destOrd="0" presId="urn:microsoft.com/office/officeart/2005/8/layout/list1"/>
    <dgm:cxn modelId="{F4DF8848-DDB5-4767-A065-676D9E98DF91}" type="presParOf" srcId="{4DCBC2D4-077A-4FA8-AFDD-ACAC42526DDD}" destId="{44840C9E-F8AB-4D17-A34D-94A487DC0F5A}" srcOrd="0" destOrd="0" presId="urn:microsoft.com/office/officeart/2005/8/layout/list1"/>
    <dgm:cxn modelId="{77613B49-913F-467F-93CC-62E661A7A9CF}" type="presParOf" srcId="{4DCBC2D4-077A-4FA8-AFDD-ACAC42526DDD}" destId="{505520B5-36BB-4CCE-A130-32A7DDD2E21D}" srcOrd="1" destOrd="0" presId="urn:microsoft.com/office/officeart/2005/8/layout/list1"/>
    <dgm:cxn modelId="{9565172D-C455-4999-A00B-84536336E490}" type="presParOf" srcId="{3B0A3908-FF8D-41D4-8DE2-6B24E636DE73}" destId="{72327951-8FDE-4E53-A121-538EC9C2136B}" srcOrd="9" destOrd="0" presId="urn:microsoft.com/office/officeart/2005/8/layout/list1"/>
    <dgm:cxn modelId="{04F84750-B339-453A-AAEA-6C18D7F74800}" type="presParOf" srcId="{3B0A3908-FF8D-41D4-8DE2-6B24E636DE73}" destId="{19AC86C6-C729-41A2-A609-0F48AB0D3216}" srcOrd="10" destOrd="0" presId="urn:microsoft.com/office/officeart/2005/8/layout/list1"/>
    <dgm:cxn modelId="{9BDE8C5C-E0FA-4989-9238-38C88BCC72E6}" type="presParOf" srcId="{3B0A3908-FF8D-41D4-8DE2-6B24E636DE73}" destId="{8DEC9830-B54A-4710-99BC-49438FB9CFD4}" srcOrd="11" destOrd="0" presId="urn:microsoft.com/office/officeart/2005/8/layout/list1"/>
    <dgm:cxn modelId="{6E40F684-A590-4D4F-9C74-0BCD850D8716}" type="presParOf" srcId="{3B0A3908-FF8D-41D4-8DE2-6B24E636DE73}" destId="{3EAE7406-F61B-4457-91B1-3A5E667D265F}" srcOrd="12" destOrd="0" presId="urn:microsoft.com/office/officeart/2005/8/layout/list1"/>
    <dgm:cxn modelId="{271C1151-5487-4F04-ADBF-79E1944736C9}" type="presParOf" srcId="{3EAE7406-F61B-4457-91B1-3A5E667D265F}" destId="{9B0FE142-980F-4486-AA4A-012935DD7660}" srcOrd="0" destOrd="0" presId="urn:microsoft.com/office/officeart/2005/8/layout/list1"/>
    <dgm:cxn modelId="{6EDB540E-A2C9-4696-ADEE-B9DC1E813833}" type="presParOf" srcId="{3EAE7406-F61B-4457-91B1-3A5E667D265F}" destId="{67EDE1BD-57A4-413E-950C-081A7B37B67D}" srcOrd="1" destOrd="0" presId="urn:microsoft.com/office/officeart/2005/8/layout/list1"/>
    <dgm:cxn modelId="{A3C32D1A-2EB8-4EB8-B9A2-9C80B3421B5F}" type="presParOf" srcId="{3B0A3908-FF8D-41D4-8DE2-6B24E636DE73}" destId="{6EB52E72-2952-4666-938A-BA0B5FB6B001}" srcOrd="13" destOrd="0" presId="urn:microsoft.com/office/officeart/2005/8/layout/list1"/>
    <dgm:cxn modelId="{55A92007-7C6E-4F89-A724-7AF61A904F3D}" type="presParOf" srcId="{3B0A3908-FF8D-41D4-8DE2-6B24E636DE73}" destId="{A7479B0C-76C8-4C70-B3A6-98C3ACC774B5}" srcOrd="14" destOrd="0" presId="urn:microsoft.com/office/officeart/2005/8/layout/list1"/>
    <dgm:cxn modelId="{EC8394AF-FA29-467B-ACDB-FF02C2FE42F8}" type="presParOf" srcId="{3B0A3908-FF8D-41D4-8DE2-6B24E636DE73}" destId="{50B436DB-1229-45DA-AA44-2C47F044CFB2}" srcOrd="15" destOrd="0" presId="urn:microsoft.com/office/officeart/2005/8/layout/list1"/>
    <dgm:cxn modelId="{EF308C89-BABB-4AEA-B867-974D3BFF8773}" type="presParOf" srcId="{3B0A3908-FF8D-41D4-8DE2-6B24E636DE73}" destId="{FD05BEC8-3456-4D52-B3B5-D85A5D75BD96}" srcOrd="16" destOrd="0" presId="urn:microsoft.com/office/officeart/2005/8/layout/list1"/>
    <dgm:cxn modelId="{4B70DC85-8DF5-4B0A-B6E2-C90D53F90E70}" type="presParOf" srcId="{FD05BEC8-3456-4D52-B3B5-D85A5D75BD96}" destId="{372FB71A-348E-4032-B4E7-8A593DB9EF54}" srcOrd="0" destOrd="0" presId="urn:microsoft.com/office/officeart/2005/8/layout/list1"/>
    <dgm:cxn modelId="{7B7DF45A-B36A-482F-B14E-65F3C4A6C3A9}" type="presParOf" srcId="{FD05BEC8-3456-4D52-B3B5-D85A5D75BD96}" destId="{C08B1444-9D22-40B4-9975-1E0402340F1E}" srcOrd="1" destOrd="0" presId="urn:microsoft.com/office/officeart/2005/8/layout/list1"/>
    <dgm:cxn modelId="{C59F2295-340F-453C-ACA8-96D0AB846950}" type="presParOf" srcId="{3B0A3908-FF8D-41D4-8DE2-6B24E636DE73}" destId="{E756D1E5-9503-4575-81CB-E4C5E84260F5}" srcOrd="17" destOrd="0" presId="urn:microsoft.com/office/officeart/2005/8/layout/list1"/>
    <dgm:cxn modelId="{439567E2-33C3-4367-B037-D626F8D5A0A9}" type="presParOf" srcId="{3B0A3908-FF8D-41D4-8DE2-6B24E636DE73}" destId="{C4371972-D6C3-4418-A570-85B937112A70}"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0A54D23-DBED-4428-A632-9031D736FE56}"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9F964D74-06AB-491A-85FE-C38A7A3551E7}">
      <dgm:prSet/>
      <dgm:spPr/>
      <dgm:t>
        <a:bodyPr/>
        <a:lstStyle/>
        <a:p>
          <a:pPr>
            <a:defRPr cap="all"/>
          </a:pPr>
          <a:r>
            <a:rPr lang="en-US"/>
            <a:t>• Contract type strongly affects churn</a:t>
          </a:r>
        </a:p>
      </dgm:t>
    </dgm:pt>
    <dgm:pt modelId="{D2635F1F-E01D-45DC-BF01-091F4B70C61B}" type="parTrans" cxnId="{BC169B53-E0B9-437A-BBE4-080E482EC67D}">
      <dgm:prSet/>
      <dgm:spPr/>
      <dgm:t>
        <a:bodyPr/>
        <a:lstStyle/>
        <a:p>
          <a:endParaRPr lang="en-US"/>
        </a:p>
      </dgm:t>
    </dgm:pt>
    <dgm:pt modelId="{BD1F85E2-FB61-4572-997E-A53C9F44E0D3}" type="sibTrans" cxnId="{BC169B53-E0B9-437A-BBE4-080E482EC67D}">
      <dgm:prSet/>
      <dgm:spPr/>
      <dgm:t>
        <a:bodyPr/>
        <a:lstStyle/>
        <a:p>
          <a:endParaRPr lang="en-US"/>
        </a:p>
      </dgm:t>
    </dgm:pt>
    <dgm:pt modelId="{931A5672-AF1A-497C-99C9-E6B299407381}">
      <dgm:prSet/>
      <dgm:spPr/>
      <dgm:t>
        <a:bodyPr/>
        <a:lstStyle/>
        <a:p>
          <a:pPr>
            <a:defRPr cap="all"/>
          </a:pPr>
          <a:r>
            <a:rPr lang="en-US"/>
            <a:t>• Tenure inversely related to churn</a:t>
          </a:r>
        </a:p>
      </dgm:t>
    </dgm:pt>
    <dgm:pt modelId="{98BEEE58-419B-43CF-9819-1E3207A6E282}" type="parTrans" cxnId="{A0585A5E-9B71-42C5-AF22-DD5EFAB96B67}">
      <dgm:prSet/>
      <dgm:spPr/>
      <dgm:t>
        <a:bodyPr/>
        <a:lstStyle/>
        <a:p>
          <a:endParaRPr lang="en-US"/>
        </a:p>
      </dgm:t>
    </dgm:pt>
    <dgm:pt modelId="{CC8804A5-BCB9-4750-B886-E58D984DE8A6}" type="sibTrans" cxnId="{A0585A5E-9B71-42C5-AF22-DD5EFAB96B67}">
      <dgm:prSet/>
      <dgm:spPr/>
      <dgm:t>
        <a:bodyPr/>
        <a:lstStyle/>
        <a:p>
          <a:endParaRPr lang="en-US"/>
        </a:p>
      </dgm:t>
    </dgm:pt>
    <dgm:pt modelId="{CCCD45ED-899D-42FC-B40F-14832DC45B7F}">
      <dgm:prSet/>
      <dgm:spPr/>
      <dgm:t>
        <a:bodyPr/>
        <a:lstStyle/>
        <a:p>
          <a:pPr>
            <a:defRPr cap="all"/>
          </a:pPr>
          <a:r>
            <a:rPr lang="en-US"/>
            <a:t>• Fiber optic customers churn more</a:t>
          </a:r>
        </a:p>
      </dgm:t>
    </dgm:pt>
    <dgm:pt modelId="{0B3066DE-536C-4E74-BC7C-1A883360DA1F}" type="parTrans" cxnId="{5D2A1B93-C352-40BB-A50D-BBBF3EE6248D}">
      <dgm:prSet/>
      <dgm:spPr/>
      <dgm:t>
        <a:bodyPr/>
        <a:lstStyle/>
        <a:p>
          <a:endParaRPr lang="en-US"/>
        </a:p>
      </dgm:t>
    </dgm:pt>
    <dgm:pt modelId="{F653F365-298B-4C56-B9A8-FC255EF515CC}" type="sibTrans" cxnId="{5D2A1B93-C352-40BB-A50D-BBBF3EE6248D}">
      <dgm:prSet/>
      <dgm:spPr/>
      <dgm:t>
        <a:bodyPr/>
        <a:lstStyle/>
        <a:p>
          <a:endParaRPr lang="en-US"/>
        </a:p>
      </dgm:t>
    </dgm:pt>
    <dgm:pt modelId="{E7DD11A8-690D-44EE-BC85-3A0EFB44C369}">
      <dgm:prSet/>
      <dgm:spPr/>
      <dgm:t>
        <a:bodyPr/>
        <a:lstStyle/>
        <a:p>
          <a:pPr>
            <a:defRPr cap="all"/>
          </a:pPr>
          <a:r>
            <a:rPr lang="en-US"/>
            <a:t>• Higher monthly charges increase churn</a:t>
          </a:r>
        </a:p>
      </dgm:t>
    </dgm:pt>
    <dgm:pt modelId="{4A64197B-7433-4E76-ABB4-8C339AEC92E7}" type="parTrans" cxnId="{6EE4FF24-C6AD-441B-B506-540A056CCF0A}">
      <dgm:prSet/>
      <dgm:spPr/>
      <dgm:t>
        <a:bodyPr/>
        <a:lstStyle/>
        <a:p>
          <a:endParaRPr lang="en-US"/>
        </a:p>
      </dgm:t>
    </dgm:pt>
    <dgm:pt modelId="{A6E81F0F-1BBD-4845-8059-6F140115D1EC}" type="sibTrans" cxnId="{6EE4FF24-C6AD-441B-B506-540A056CCF0A}">
      <dgm:prSet/>
      <dgm:spPr/>
      <dgm:t>
        <a:bodyPr/>
        <a:lstStyle/>
        <a:p>
          <a:endParaRPr lang="en-US"/>
        </a:p>
      </dgm:t>
    </dgm:pt>
    <dgm:pt modelId="{71B0CA1F-AF03-4224-B573-D913A73CDFEE}" type="pres">
      <dgm:prSet presAssocID="{80A54D23-DBED-4428-A632-9031D736FE56}" presName="root" presStyleCnt="0">
        <dgm:presLayoutVars>
          <dgm:dir/>
          <dgm:resizeHandles val="exact"/>
        </dgm:presLayoutVars>
      </dgm:prSet>
      <dgm:spPr/>
    </dgm:pt>
    <dgm:pt modelId="{2AC0A00F-E3F8-4D06-871C-065471BACCA8}" type="pres">
      <dgm:prSet presAssocID="{9F964D74-06AB-491A-85FE-C38A7A3551E7}" presName="compNode" presStyleCnt="0"/>
      <dgm:spPr/>
    </dgm:pt>
    <dgm:pt modelId="{BBD3A281-79DF-4FE4-A246-96E38D545F2B}" type="pres">
      <dgm:prSet presAssocID="{9F964D74-06AB-491A-85FE-C38A7A3551E7}" presName="iconBgRect" presStyleLbl="bgShp" presStyleIdx="0" presStyleCnt="4"/>
      <dgm:spPr/>
    </dgm:pt>
    <dgm:pt modelId="{78129DC0-2BF9-4420-A019-69D6294E7541}" type="pres">
      <dgm:prSet presAssocID="{9F964D74-06AB-491A-85FE-C38A7A3551E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C3CC7AAB-07CF-4503-A308-EF1AA5C61663}" type="pres">
      <dgm:prSet presAssocID="{9F964D74-06AB-491A-85FE-C38A7A3551E7}" presName="spaceRect" presStyleCnt="0"/>
      <dgm:spPr/>
    </dgm:pt>
    <dgm:pt modelId="{A16A9D9B-8CAB-4C20-999F-941F31CA7ECA}" type="pres">
      <dgm:prSet presAssocID="{9F964D74-06AB-491A-85FE-C38A7A3551E7}" presName="textRect" presStyleLbl="revTx" presStyleIdx="0" presStyleCnt="4">
        <dgm:presLayoutVars>
          <dgm:chMax val="1"/>
          <dgm:chPref val="1"/>
        </dgm:presLayoutVars>
      </dgm:prSet>
      <dgm:spPr/>
    </dgm:pt>
    <dgm:pt modelId="{291F2121-F02B-460D-AA7B-40932A70D722}" type="pres">
      <dgm:prSet presAssocID="{BD1F85E2-FB61-4572-997E-A53C9F44E0D3}" presName="sibTrans" presStyleCnt="0"/>
      <dgm:spPr/>
    </dgm:pt>
    <dgm:pt modelId="{395E37D3-E0E7-4270-9D26-822D51DF6DCE}" type="pres">
      <dgm:prSet presAssocID="{931A5672-AF1A-497C-99C9-E6B299407381}" presName="compNode" presStyleCnt="0"/>
      <dgm:spPr/>
    </dgm:pt>
    <dgm:pt modelId="{85D43D55-1B11-443B-9079-4DC5F87EAB8D}" type="pres">
      <dgm:prSet presAssocID="{931A5672-AF1A-497C-99C9-E6B299407381}" presName="iconBgRect" presStyleLbl="bgShp" presStyleIdx="1" presStyleCnt="4"/>
      <dgm:spPr/>
    </dgm:pt>
    <dgm:pt modelId="{E9524DCE-4921-46E7-892F-D454B9FCF0A7}" type="pres">
      <dgm:prSet presAssocID="{931A5672-AF1A-497C-99C9-E6B29940738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7A0DCCB-249C-439B-B844-05EB6074D275}" type="pres">
      <dgm:prSet presAssocID="{931A5672-AF1A-497C-99C9-E6B299407381}" presName="spaceRect" presStyleCnt="0"/>
      <dgm:spPr/>
    </dgm:pt>
    <dgm:pt modelId="{0B2CFD04-BDBD-4A61-957F-9C4D6F8BE6D0}" type="pres">
      <dgm:prSet presAssocID="{931A5672-AF1A-497C-99C9-E6B299407381}" presName="textRect" presStyleLbl="revTx" presStyleIdx="1" presStyleCnt="4">
        <dgm:presLayoutVars>
          <dgm:chMax val="1"/>
          <dgm:chPref val="1"/>
        </dgm:presLayoutVars>
      </dgm:prSet>
      <dgm:spPr/>
    </dgm:pt>
    <dgm:pt modelId="{126A0275-01EA-44CE-A52E-EDB53B6EF1EE}" type="pres">
      <dgm:prSet presAssocID="{CC8804A5-BCB9-4750-B886-E58D984DE8A6}" presName="sibTrans" presStyleCnt="0"/>
      <dgm:spPr/>
    </dgm:pt>
    <dgm:pt modelId="{14FF64E5-CA21-4B39-B651-7DE457F43751}" type="pres">
      <dgm:prSet presAssocID="{CCCD45ED-899D-42FC-B40F-14832DC45B7F}" presName="compNode" presStyleCnt="0"/>
      <dgm:spPr/>
    </dgm:pt>
    <dgm:pt modelId="{DDA7654A-3D50-47E0-B27C-051D23120464}" type="pres">
      <dgm:prSet presAssocID="{CCCD45ED-899D-42FC-B40F-14832DC45B7F}" presName="iconBgRect" presStyleLbl="bgShp" presStyleIdx="2" presStyleCnt="4"/>
      <dgm:spPr/>
    </dgm:pt>
    <dgm:pt modelId="{631BA828-D76C-4826-B6BA-C323162EC143}" type="pres">
      <dgm:prSet presAssocID="{CCCD45ED-899D-42FC-B40F-14832DC45B7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ud"/>
        </a:ext>
      </dgm:extLst>
    </dgm:pt>
    <dgm:pt modelId="{71A9E595-4661-49E3-BDF3-85D27253871F}" type="pres">
      <dgm:prSet presAssocID="{CCCD45ED-899D-42FC-B40F-14832DC45B7F}" presName="spaceRect" presStyleCnt="0"/>
      <dgm:spPr/>
    </dgm:pt>
    <dgm:pt modelId="{49477643-7568-4296-A314-10651BF12683}" type="pres">
      <dgm:prSet presAssocID="{CCCD45ED-899D-42FC-B40F-14832DC45B7F}" presName="textRect" presStyleLbl="revTx" presStyleIdx="2" presStyleCnt="4">
        <dgm:presLayoutVars>
          <dgm:chMax val="1"/>
          <dgm:chPref val="1"/>
        </dgm:presLayoutVars>
      </dgm:prSet>
      <dgm:spPr/>
    </dgm:pt>
    <dgm:pt modelId="{1FE8C98E-38F1-42EE-BD9C-B5E9FA623360}" type="pres">
      <dgm:prSet presAssocID="{F653F365-298B-4C56-B9A8-FC255EF515CC}" presName="sibTrans" presStyleCnt="0"/>
      <dgm:spPr/>
    </dgm:pt>
    <dgm:pt modelId="{7EA74CAD-46BA-4462-B4B1-CEFAB87C2592}" type="pres">
      <dgm:prSet presAssocID="{E7DD11A8-690D-44EE-BC85-3A0EFB44C369}" presName="compNode" presStyleCnt="0"/>
      <dgm:spPr/>
    </dgm:pt>
    <dgm:pt modelId="{FE57C0CC-8F81-4594-B23F-38E6ED6569CF}" type="pres">
      <dgm:prSet presAssocID="{E7DD11A8-690D-44EE-BC85-3A0EFB44C369}" presName="iconBgRect" presStyleLbl="bgShp" presStyleIdx="3" presStyleCnt="4"/>
      <dgm:spPr/>
    </dgm:pt>
    <dgm:pt modelId="{469E3575-8C3F-4915-8253-1001F1C969FD}" type="pres">
      <dgm:prSet presAssocID="{E7DD11A8-690D-44EE-BC85-3A0EFB44C36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oney"/>
        </a:ext>
      </dgm:extLst>
    </dgm:pt>
    <dgm:pt modelId="{4AB93139-57CC-4378-876A-C0B08D487043}" type="pres">
      <dgm:prSet presAssocID="{E7DD11A8-690D-44EE-BC85-3A0EFB44C369}" presName="spaceRect" presStyleCnt="0"/>
      <dgm:spPr/>
    </dgm:pt>
    <dgm:pt modelId="{7DBB02D0-F2C6-47C7-9BE3-80AAFFAC9537}" type="pres">
      <dgm:prSet presAssocID="{E7DD11A8-690D-44EE-BC85-3A0EFB44C369}" presName="textRect" presStyleLbl="revTx" presStyleIdx="3" presStyleCnt="4">
        <dgm:presLayoutVars>
          <dgm:chMax val="1"/>
          <dgm:chPref val="1"/>
        </dgm:presLayoutVars>
      </dgm:prSet>
      <dgm:spPr/>
    </dgm:pt>
  </dgm:ptLst>
  <dgm:cxnLst>
    <dgm:cxn modelId="{6EE4FF24-C6AD-441B-B506-540A056CCF0A}" srcId="{80A54D23-DBED-4428-A632-9031D736FE56}" destId="{E7DD11A8-690D-44EE-BC85-3A0EFB44C369}" srcOrd="3" destOrd="0" parTransId="{4A64197B-7433-4E76-ABB4-8C339AEC92E7}" sibTransId="{A6E81F0F-1BBD-4845-8059-6F140115D1EC}"/>
    <dgm:cxn modelId="{A0585A5E-9B71-42C5-AF22-DD5EFAB96B67}" srcId="{80A54D23-DBED-4428-A632-9031D736FE56}" destId="{931A5672-AF1A-497C-99C9-E6B299407381}" srcOrd="1" destOrd="0" parTransId="{98BEEE58-419B-43CF-9819-1E3207A6E282}" sibTransId="{CC8804A5-BCB9-4750-B886-E58D984DE8A6}"/>
    <dgm:cxn modelId="{27C21F62-DFE9-4544-9803-118D95BE2BF9}" type="presOf" srcId="{931A5672-AF1A-497C-99C9-E6B299407381}" destId="{0B2CFD04-BDBD-4A61-957F-9C4D6F8BE6D0}" srcOrd="0" destOrd="0" presId="urn:microsoft.com/office/officeart/2018/5/layout/IconCircleLabelList"/>
    <dgm:cxn modelId="{9594004A-70D4-43FF-942E-17B80E693FA4}" type="presOf" srcId="{CCCD45ED-899D-42FC-B40F-14832DC45B7F}" destId="{49477643-7568-4296-A314-10651BF12683}" srcOrd="0" destOrd="0" presId="urn:microsoft.com/office/officeart/2018/5/layout/IconCircleLabelList"/>
    <dgm:cxn modelId="{BC169B53-E0B9-437A-BBE4-080E482EC67D}" srcId="{80A54D23-DBED-4428-A632-9031D736FE56}" destId="{9F964D74-06AB-491A-85FE-C38A7A3551E7}" srcOrd="0" destOrd="0" parTransId="{D2635F1F-E01D-45DC-BF01-091F4B70C61B}" sibTransId="{BD1F85E2-FB61-4572-997E-A53C9F44E0D3}"/>
    <dgm:cxn modelId="{5D2A1B93-C352-40BB-A50D-BBBF3EE6248D}" srcId="{80A54D23-DBED-4428-A632-9031D736FE56}" destId="{CCCD45ED-899D-42FC-B40F-14832DC45B7F}" srcOrd="2" destOrd="0" parTransId="{0B3066DE-536C-4E74-BC7C-1A883360DA1F}" sibTransId="{F653F365-298B-4C56-B9A8-FC255EF515CC}"/>
    <dgm:cxn modelId="{766DE8D1-7B8C-40F9-986F-3D9164A1419A}" type="presOf" srcId="{80A54D23-DBED-4428-A632-9031D736FE56}" destId="{71B0CA1F-AF03-4224-B573-D913A73CDFEE}" srcOrd="0" destOrd="0" presId="urn:microsoft.com/office/officeart/2018/5/layout/IconCircleLabelList"/>
    <dgm:cxn modelId="{99EA96F7-D3D6-49E3-83B2-22DB09187253}" type="presOf" srcId="{E7DD11A8-690D-44EE-BC85-3A0EFB44C369}" destId="{7DBB02D0-F2C6-47C7-9BE3-80AAFFAC9537}" srcOrd="0" destOrd="0" presId="urn:microsoft.com/office/officeart/2018/5/layout/IconCircleLabelList"/>
    <dgm:cxn modelId="{B2D932FE-6074-4848-834C-E3E195679456}" type="presOf" srcId="{9F964D74-06AB-491A-85FE-C38A7A3551E7}" destId="{A16A9D9B-8CAB-4C20-999F-941F31CA7ECA}" srcOrd="0" destOrd="0" presId="urn:microsoft.com/office/officeart/2018/5/layout/IconCircleLabelList"/>
    <dgm:cxn modelId="{18E8D6A7-3CCB-4D07-AB49-68AB30770598}" type="presParOf" srcId="{71B0CA1F-AF03-4224-B573-D913A73CDFEE}" destId="{2AC0A00F-E3F8-4D06-871C-065471BACCA8}" srcOrd="0" destOrd="0" presId="urn:microsoft.com/office/officeart/2018/5/layout/IconCircleLabelList"/>
    <dgm:cxn modelId="{D19E94B3-8254-4168-8960-B4D16B88112A}" type="presParOf" srcId="{2AC0A00F-E3F8-4D06-871C-065471BACCA8}" destId="{BBD3A281-79DF-4FE4-A246-96E38D545F2B}" srcOrd="0" destOrd="0" presId="urn:microsoft.com/office/officeart/2018/5/layout/IconCircleLabelList"/>
    <dgm:cxn modelId="{50583AF3-1EC7-46A7-A5E0-9DA1DBCBF5A4}" type="presParOf" srcId="{2AC0A00F-E3F8-4D06-871C-065471BACCA8}" destId="{78129DC0-2BF9-4420-A019-69D6294E7541}" srcOrd="1" destOrd="0" presId="urn:microsoft.com/office/officeart/2018/5/layout/IconCircleLabelList"/>
    <dgm:cxn modelId="{8FFF8CC1-A63A-4863-B3C5-BB9E2C2F29BE}" type="presParOf" srcId="{2AC0A00F-E3F8-4D06-871C-065471BACCA8}" destId="{C3CC7AAB-07CF-4503-A308-EF1AA5C61663}" srcOrd="2" destOrd="0" presId="urn:microsoft.com/office/officeart/2018/5/layout/IconCircleLabelList"/>
    <dgm:cxn modelId="{CC2711BB-B0C0-4D0A-A699-EBE97DDB9B6D}" type="presParOf" srcId="{2AC0A00F-E3F8-4D06-871C-065471BACCA8}" destId="{A16A9D9B-8CAB-4C20-999F-941F31CA7ECA}" srcOrd="3" destOrd="0" presId="urn:microsoft.com/office/officeart/2018/5/layout/IconCircleLabelList"/>
    <dgm:cxn modelId="{F22A7774-FE60-4F72-B170-78EB34350586}" type="presParOf" srcId="{71B0CA1F-AF03-4224-B573-D913A73CDFEE}" destId="{291F2121-F02B-460D-AA7B-40932A70D722}" srcOrd="1" destOrd="0" presId="urn:microsoft.com/office/officeart/2018/5/layout/IconCircleLabelList"/>
    <dgm:cxn modelId="{6D6EC2D5-3B9F-4C8C-9914-111C985B8F38}" type="presParOf" srcId="{71B0CA1F-AF03-4224-B573-D913A73CDFEE}" destId="{395E37D3-E0E7-4270-9D26-822D51DF6DCE}" srcOrd="2" destOrd="0" presId="urn:microsoft.com/office/officeart/2018/5/layout/IconCircleLabelList"/>
    <dgm:cxn modelId="{87D603D4-78AB-4D07-874B-61CF2D9FCC88}" type="presParOf" srcId="{395E37D3-E0E7-4270-9D26-822D51DF6DCE}" destId="{85D43D55-1B11-443B-9079-4DC5F87EAB8D}" srcOrd="0" destOrd="0" presId="urn:microsoft.com/office/officeart/2018/5/layout/IconCircleLabelList"/>
    <dgm:cxn modelId="{37A658D3-6F5A-406F-84A1-8C8CA3B92F6B}" type="presParOf" srcId="{395E37D3-E0E7-4270-9D26-822D51DF6DCE}" destId="{E9524DCE-4921-46E7-892F-D454B9FCF0A7}" srcOrd="1" destOrd="0" presId="urn:microsoft.com/office/officeart/2018/5/layout/IconCircleLabelList"/>
    <dgm:cxn modelId="{AD3962FD-E349-4708-9A0C-E02164FC5A34}" type="presParOf" srcId="{395E37D3-E0E7-4270-9D26-822D51DF6DCE}" destId="{27A0DCCB-249C-439B-B844-05EB6074D275}" srcOrd="2" destOrd="0" presId="urn:microsoft.com/office/officeart/2018/5/layout/IconCircleLabelList"/>
    <dgm:cxn modelId="{F4512B73-9BE1-4896-8E6E-41B81C3C3641}" type="presParOf" srcId="{395E37D3-E0E7-4270-9D26-822D51DF6DCE}" destId="{0B2CFD04-BDBD-4A61-957F-9C4D6F8BE6D0}" srcOrd="3" destOrd="0" presId="urn:microsoft.com/office/officeart/2018/5/layout/IconCircleLabelList"/>
    <dgm:cxn modelId="{B3B43CF2-95B5-4FA1-B72A-60BEB12B0A59}" type="presParOf" srcId="{71B0CA1F-AF03-4224-B573-D913A73CDFEE}" destId="{126A0275-01EA-44CE-A52E-EDB53B6EF1EE}" srcOrd="3" destOrd="0" presId="urn:microsoft.com/office/officeart/2018/5/layout/IconCircleLabelList"/>
    <dgm:cxn modelId="{DD10912F-2658-46D3-BAFF-657886DE671F}" type="presParOf" srcId="{71B0CA1F-AF03-4224-B573-D913A73CDFEE}" destId="{14FF64E5-CA21-4B39-B651-7DE457F43751}" srcOrd="4" destOrd="0" presId="urn:microsoft.com/office/officeart/2018/5/layout/IconCircleLabelList"/>
    <dgm:cxn modelId="{7C0E624B-DF85-404F-9754-8B51C591BB98}" type="presParOf" srcId="{14FF64E5-CA21-4B39-B651-7DE457F43751}" destId="{DDA7654A-3D50-47E0-B27C-051D23120464}" srcOrd="0" destOrd="0" presId="urn:microsoft.com/office/officeart/2018/5/layout/IconCircleLabelList"/>
    <dgm:cxn modelId="{40A85DF7-E839-42B6-9169-98376ACCD398}" type="presParOf" srcId="{14FF64E5-CA21-4B39-B651-7DE457F43751}" destId="{631BA828-D76C-4826-B6BA-C323162EC143}" srcOrd="1" destOrd="0" presId="urn:microsoft.com/office/officeart/2018/5/layout/IconCircleLabelList"/>
    <dgm:cxn modelId="{EDFF3BBD-CDFD-4FF0-9F21-72F1C28021FF}" type="presParOf" srcId="{14FF64E5-CA21-4B39-B651-7DE457F43751}" destId="{71A9E595-4661-49E3-BDF3-85D27253871F}" srcOrd="2" destOrd="0" presId="urn:microsoft.com/office/officeart/2018/5/layout/IconCircleLabelList"/>
    <dgm:cxn modelId="{1AFE6F94-F08C-4C6D-88E4-C08550909C09}" type="presParOf" srcId="{14FF64E5-CA21-4B39-B651-7DE457F43751}" destId="{49477643-7568-4296-A314-10651BF12683}" srcOrd="3" destOrd="0" presId="urn:microsoft.com/office/officeart/2018/5/layout/IconCircleLabelList"/>
    <dgm:cxn modelId="{A23543F0-6F05-4107-85C7-9E678A004EAA}" type="presParOf" srcId="{71B0CA1F-AF03-4224-B573-D913A73CDFEE}" destId="{1FE8C98E-38F1-42EE-BD9C-B5E9FA623360}" srcOrd="5" destOrd="0" presId="urn:microsoft.com/office/officeart/2018/5/layout/IconCircleLabelList"/>
    <dgm:cxn modelId="{2E78D461-A0B6-4D2A-8AD7-C5459E0736BE}" type="presParOf" srcId="{71B0CA1F-AF03-4224-B573-D913A73CDFEE}" destId="{7EA74CAD-46BA-4462-B4B1-CEFAB87C2592}" srcOrd="6" destOrd="0" presId="urn:microsoft.com/office/officeart/2018/5/layout/IconCircleLabelList"/>
    <dgm:cxn modelId="{D646C9BF-50FD-4469-8D7A-489E03B74BCA}" type="presParOf" srcId="{7EA74CAD-46BA-4462-B4B1-CEFAB87C2592}" destId="{FE57C0CC-8F81-4594-B23F-38E6ED6569CF}" srcOrd="0" destOrd="0" presId="urn:microsoft.com/office/officeart/2018/5/layout/IconCircleLabelList"/>
    <dgm:cxn modelId="{28104C6D-60B4-4260-AA36-ED90A68BD7C8}" type="presParOf" srcId="{7EA74CAD-46BA-4462-B4B1-CEFAB87C2592}" destId="{469E3575-8C3F-4915-8253-1001F1C969FD}" srcOrd="1" destOrd="0" presId="urn:microsoft.com/office/officeart/2018/5/layout/IconCircleLabelList"/>
    <dgm:cxn modelId="{D40329B5-4DF3-4211-8C1B-B7DF08EFEBD4}" type="presParOf" srcId="{7EA74CAD-46BA-4462-B4B1-CEFAB87C2592}" destId="{4AB93139-57CC-4378-876A-C0B08D487043}" srcOrd="2" destOrd="0" presId="urn:microsoft.com/office/officeart/2018/5/layout/IconCircleLabelList"/>
    <dgm:cxn modelId="{AE51AB1B-9613-4F6A-A4D1-66CEBD74DFB3}" type="presParOf" srcId="{7EA74CAD-46BA-4462-B4B1-CEFAB87C2592}" destId="{7DBB02D0-F2C6-47C7-9BE3-80AAFFAC9537}"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716EFD5-52A2-419E-B16A-F20A743500EA}" type="doc">
      <dgm:prSet loTypeId="urn:microsoft.com/office/officeart/2005/8/layout/matrix3" loCatId="matrix" qsTypeId="urn:microsoft.com/office/officeart/2005/8/quickstyle/simple2" qsCatId="simple" csTypeId="urn:microsoft.com/office/officeart/2005/8/colors/colorful5" csCatId="colorful"/>
      <dgm:spPr/>
      <dgm:t>
        <a:bodyPr/>
        <a:lstStyle/>
        <a:p>
          <a:endParaRPr lang="en-US"/>
        </a:p>
      </dgm:t>
    </dgm:pt>
    <dgm:pt modelId="{3D5D6F5D-08C5-445F-93C5-BE69646B6FF4}">
      <dgm:prSet/>
      <dgm:spPr/>
      <dgm:t>
        <a:bodyPr/>
        <a:lstStyle/>
        <a:p>
          <a:r>
            <a:rPr lang="en-US"/>
            <a:t>Random Forest Classifier</a:t>
          </a:r>
        </a:p>
      </dgm:t>
    </dgm:pt>
    <dgm:pt modelId="{97B70EA3-01A5-4115-9F99-2B51B24F6EBB}" type="parTrans" cxnId="{399B916F-2F65-48CC-8B52-351633150271}">
      <dgm:prSet/>
      <dgm:spPr/>
      <dgm:t>
        <a:bodyPr/>
        <a:lstStyle/>
        <a:p>
          <a:endParaRPr lang="en-US"/>
        </a:p>
      </dgm:t>
    </dgm:pt>
    <dgm:pt modelId="{C8D072F9-0671-42F4-B2EE-2B95504B0233}" type="sibTrans" cxnId="{399B916F-2F65-48CC-8B52-351633150271}">
      <dgm:prSet/>
      <dgm:spPr/>
      <dgm:t>
        <a:bodyPr/>
        <a:lstStyle/>
        <a:p>
          <a:endParaRPr lang="en-US"/>
        </a:p>
      </dgm:t>
    </dgm:pt>
    <dgm:pt modelId="{ACABF6E5-8BED-4A1A-A280-D66A2F944B48}">
      <dgm:prSet/>
      <dgm:spPr/>
      <dgm:t>
        <a:bodyPr/>
        <a:lstStyle/>
        <a:p>
          <a:r>
            <a:rPr lang="en-US"/>
            <a:t>• Handles mixed data</a:t>
          </a:r>
        </a:p>
      </dgm:t>
    </dgm:pt>
    <dgm:pt modelId="{9C3EEDA2-AD5F-4CB9-AEFD-0648A00D8343}" type="parTrans" cxnId="{A522DD0C-EFFF-4B43-AC0F-70B9AB30B93E}">
      <dgm:prSet/>
      <dgm:spPr/>
      <dgm:t>
        <a:bodyPr/>
        <a:lstStyle/>
        <a:p>
          <a:endParaRPr lang="en-US"/>
        </a:p>
      </dgm:t>
    </dgm:pt>
    <dgm:pt modelId="{7FDD8BDB-79A1-4E17-B1EC-4E64BD54F653}" type="sibTrans" cxnId="{A522DD0C-EFFF-4B43-AC0F-70B9AB30B93E}">
      <dgm:prSet/>
      <dgm:spPr/>
      <dgm:t>
        <a:bodyPr/>
        <a:lstStyle/>
        <a:p>
          <a:endParaRPr lang="en-US"/>
        </a:p>
      </dgm:t>
    </dgm:pt>
    <dgm:pt modelId="{521F0683-04CE-4AF1-94EC-8066448F0E86}">
      <dgm:prSet/>
      <dgm:spPr/>
      <dgm:t>
        <a:bodyPr/>
        <a:lstStyle/>
        <a:p>
          <a:r>
            <a:rPr lang="en-US"/>
            <a:t>• Feature importance</a:t>
          </a:r>
        </a:p>
      </dgm:t>
    </dgm:pt>
    <dgm:pt modelId="{378B6BCF-D910-4A87-B532-1D175C1F72FC}" type="parTrans" cxnId="{1F4AC838-25CD-4028-861C-8D42C7A1A805}">
      <dgm:prSet/>
      <dgm:spPr/>
      <dgm:t>
        <a:bodyPr/>
        <a:lstStyle/>
        <a:p>
          <a:endParaRPr lang="en-US"/>
        </a:p>
      </dgm:t>
    </dgm:pt>
    <dgm:pt modelId="{02F49D22-432B-4891-8F0C-55AB5E63A065}" type="sibTrans" cxnId="{1F4AC838-25CD-4028-861C-8D42C7A1A805}">
      <dgm:prSet/>
      <dgm:spPr/>
      <dgm:t>
        <a:bodyPr/>
        <a:lstStyle/>
        <a:p>
          <a:endParaRPr lang="en-US"/>
        </a:p>
      </dgm:t>
    </dgm:pt>
    <dgm:pt modelId="{55DAD8B3-2E61-4377-B388-E878454881C5}">
      <dgm:prSet/>
      <dgm:spPr/>
      <dgm:t>
        <a:bodyPr/>
        <a:lstStyle/>
        <a:p>
          <a:r>
            <a:rPr lang="en-US"/>
            <a:t>• Robust performance</a:t>
          </a:r>
        </a:p>
      </dgm:t>
    </dgm:pt>
    <dgm:pt modelId="{1E76D64A-A9BC-42A5-93A7-85C3137D40B4}" type="parTrans" cxnId="{43EB4350-FCD8-40DC-9F67-9C1C439FF795}">
      <dgm:prSet/>
      <dgm:spPr/>
      <dgm:t>
        <a:bodyPr/>
        <a:lstStyle/>
        <a:p>
          <a:endParaRPr lang="en-US"/>
        </a:p>
      </dgm:t>
    </dgm:pt>
    <dgm:pt modelId="{A6D5F90F-2EED-4966-B7D9-D8584F3D2795}" type="sibTrans" cxnId="{43EB4350-FCD8-40DC-9F67-9C1C439FF795}">
      <dgm:prSet/>
      <dgm:spPr/>
      <dgm:t>
        <a:bodyPr/>
        <a:lstStyle/>
        <a:p>
          <a:endParaRPr lang="en-US"/>
        </a:p>
      </dgm:t>
    </dgm:pt>
    <dgm:pt modelId="{7149EEE0-DB88-4230-8171-A9CE688D3534}" type="pres">
      <dgm:prSet presAssocID="{6716EFD5-52A2-419E-B16A-F20A743500EA}" presName="matrix" presStyleCnt="0">
        <dgm:presLayoutVars>
          <dgm:chMax val="1"/>
          <dgm:dir/>
          <dgm:resizeHandles val="exact"/>
        </dgm:presLayoutVars>
      </dgm:prSet>
      <dgm:spPr/>
    </dgm:pt>
    <dgm:pt modelId="{27C57A6E-F34F-468D-AE88-418AA37A1FF4}" type="pres">
      <dgm:prSet presAssocID="{6716EFD5-52A2-419E-B16A-F20A743500EA}" presName="diamond" presStyleLbl="bgShp" presStyleIdx="0" presStyleCnt="1"/>
      <dgm:spPr/>
    </dgm:pt>
    <dgm:pt modelId="{780F0B30-8703-4065-B120-DB88D2F6300F}" type="pres">
      <dgm:prSet presAssocID="{6716EFD5-52A2-419E-B16A-F20A743500EA}" presName="quad1" presStyleLbl="node1" presStyleIdx="0" presStyleCnt="4">
        <dgm:presLayoutVars>
          <dgm:chMax val="0"/>
          <dgm:chPref val="0"/>
          <dgm:bulletEnabled val="1"/>
        </dgm:presLayoutVars>
      </dgm:prSet>
      <dgm:spPr/>
    </dgm:pt>
    <dgm:pt modelId="{33031095-9AB2-42EE-9A62-150C5ADB71B9}" type="pres">
      <dgm:prSet presAssocID="{6716EFD5-52A2-419E-B16A-F20A743500EA}" presName="quad2" presStyleLbl="node1" presStyleIdx="1" presStyleCnt="4">
        <dgm:presLayoutVars>
          <dgm:chMax val="0"/>
          <dgm:chPref val="0"/>
          <dgm:bulletEnabled val="1"/>
        </dgm:presLayoutVars>
      </dgm:prSet>
      <dgm:spPr/>
    </dgm:pt>
    <dgm:pt modelId="{957A2AA6-2538-4DF2-A763-BF77E84C53C7}" type="pres">
      <dgm:prSet presAssocID="{6716EFD5-52A2-419E-B16A-F20A743500EA}" presName="quad3" presStyleLbl="node1" presStyleIdx="2" presStyleCnt="4">
        <dgm:presLayoutVars>
          <dgm:chMax val="0"/>
          <dgm:chPref val="0"/>
          <dgm:bulletEnabled val="1"/>
        </dgm:presLayoutVars>
      </dgm:prSet>
      <dgm:spPr/>
    </dgm:pt>
    <dgm:pt modelId="{3AD5E3BB-26A4-4FF9-8B77-8F0CB3B7D5A3}" type="pres">
      <dgm:prSet presAssocID="{6716EFD5-52A2-419E-B16A-F20A743500EA}" presName="quad4" presStyleLbl="node1" presStyleIdx="3" presStyleCnt="4">
        <dgm:presLayoutVars>
          <dgm:chMax val="0"/>
          <dgm:chPref val="0"/>
          <dgm:bulletEnabled val="1"/>
        </dgm:presLayoutVars>
      </dgm:prSet>
      <dgm:spPr/>
    </dgm:pt>
  </dgm:ptLst>
  <dgm:cxnLst>
    <dgm:cxn modelId="{A522DD0C-EFFF-4B43-AC0F-70B9AB30B93E}" srcId="{6716EFD5-52A2-419E-B16A-F20A743500EA}" destId="{ACABF6E5-8BED-4A1A-A280-D66A2F944B48}" srcOrd="1" destOrd="0" parTransId="{9C3EEDA2-AD5F-4CB9-AEFD-0648A00D8343}" sibTransId="{7FDD8BDB-79A1-4E17-B1EC-4E64BD54F653}"/>
    <dgm:cxn modelId="{1F4AC838-25CD-4028-861C-8D42C7A1A805}" srcId="{6716EFD5-52A2-419E-B16A-F20A743500EA}" destId="{521F0683-04CE-4AF1-94EC-8066448F0E86}" srcOrd="2" destOrd="0" parTransId="{378B6BCF-D910-4A87-B532-1D175C1F72FC}" sibTransId="{02F49D22-432B-4891-8F0C-55AB5E63A065}"/>
    <dgm:cxn modelId="{8B88EF5E-9CAA-42E6-804A-E5C0DFF7D411}" type="presOf" srcId="{521F0683-04CE-4AF1-94EC-8066448F0E86}" destId="{957A2AA6-2538-4DF2-A763-BF77E84C53C7}" srcOrd="0" destOrd="0" presId="urn:microsoft.com/office/officeart/2005/8/layout/matrix3"/>
    <dgm:cxn modelId="{399B916F-2F65-48CC-8B52-351633150271}" srcId="{6716EFD5-52A2-419E-B16A-F20A743500EA}" destId="{3D5D6F5D-08C5-445F-93C5-BE69646B6FF4}" srcOrd="0" destOrd="0" parTransId="{97B70EA3-01A5-4115-9F99-2B51B24F6EBB}" sibTransId="{C8D072F9-0671-42F4-B2EE-2B95504B0233}"/>
    <dgm:cxn modelId="{43EB4350-FCD8-40DC-9F67-9C1C439FF795}" srcId="{6716EFD5-52A2-419E-B16A-F20A743500EA}" destId="{55DAD8B3-2E61-4377-B388-E878454881C5}" srcOrd="3" destOrd="0" parTransId="{1E76D64A-A9BC-42A5-93A7-85C3137D40B4}" sibTransId="{A6D5F90F-2EED-4966-B7D9-D8584F3D2795}"/>
    <dgm:cxn modelId="{1C350971-5D66-4631-B20A-FDB90C50E46E}" type="presOf" srcId="{3D5D6F5D-08C5-445F-93C5-BE69646B6FF4}" destId="{780F0B30-8703-4065-B120-DB88D2F6300F}" srcOrd="0" destOrd="0" presId="urn:microsoft.com/office/officeart/2005/8/layout/matrix3"/>
    <dgm:cxn modelId="{AFEEF853-07ED-4B87-8D28-93F0D3485B99}" type="presOf" srcId="{55DAD8B3-2E61-4377-B388-E878454881C5}" destId="{3AD5E3BB-26A4-4FF9-8B77-8F0CB3B7D5A3}" srcOrd="0" destOrd="0" presId="urn:microsoft.com/office/officeart/2005/8/layout/matrix3"/>
    <dgm:cxn modelId="{A637B28A-3781-42AC-9AB2-E15C70CB951C}" type="presOf" srcId="{6716EFD5-52A2-419E-B16A-F20A743500EA}" destId="{7149EEE0-DB88-4230-8171-A9CE688D3534}" srcOrd="0" destOrd="0" presId="urn:microsoft.com/office/officeart/2005/8/layout/matrix3"/>
    <dgm:cxn modelId="{130726DC-8482-4A16-8A43-39DB2699EC69}" type="presOf" srcId="{ACABF6E5-8BED-4A1A-A280-D66A2F944B48}" destId="{33031095-9AB2-42EE-9A62-150C5ADB71B9}" srcOrd="0" destOrd="0" presId="urn:microsoft.com/office/officeart/2005/8/layout/matrix3"/>
    <dgm:cxn modelId="{C73F8386-D8DF-491C-85D7-F7A85BF2D902}" type="presParOf" srcId="{7149EEE0-DB88-4230-8171-A9CE688D3534}" destId="{27C57A6E-F34F-468D-AE88-418AA37A1FF4}" srcOrd="0" destOrd="0" presId="urn:microsoft.com/office/officeart/2005/8/layout/matrix3"/>
    <dgm:cxn modelId="{6A9BD508-78DA-4802-850A-9700DFC9D42A}" type="presParOf" srcId="{7149EEE0-DB88-4230-8171-A9CE688D3534}" destId="{780F0B30-8703-4065-B120-DB88D2F6300F}" srcOrd="1" destOrd="0" presId="urn:microsoft.com/office/officeart/2005/8/layout/matrix3"/>
    <dgm:cxn modelId="{ED600CC8-7756-4125-83A9-A40F0B4EF21C}" type="presParOf" srcId="{7149EEE0-DB88-4230-8171-A9CE688D3534}" destId="{33031095-9AB2-42EE-9A62-150C5ADB71B9}" srcOrd="2" destOrd="0" presId="urn:microsoft.com/office/officeart/2005/8/layout/matrix3"/>
    <dgm:cxn modelId="{DE45945A-51E9-41CF-9FFB-5539B0DC683F}" type="presParOf" srcId="{7149EEE0-DB88-4230-8171-A9CE688D3534}" destId="{957A2AA6-2538-4DF2-A763-BF77E84C53C7}" srcOrd="3" destOrd="0" presId="urn:microsoft.com/office/officeart/2005/8/layout/matrix3"/>
    <dgm:cxn modelId="{A5CB77FD-282C-4431-9311-7426D05A0FD9}" type="presParOf" srcId="{7149EEE0-DB88-4230-8171-A9CE688D3534}" destId="{3AD5E3BB-26A4-4FF9-8B77-8F0CB3B7D5A3}"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6C3840A-0357-4379-93C7-088A62C3CAB1}"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807F5A58-F666-4385-87DD-06F6F96A1156}">
      <dgm:prSet/>
      <dgm:spPr/>
      <dgm:t>
        <a:bodyPr/>
        <a:lstStyle/>
        <a:p>
          <a:r>
            <a:rPr lang="en-US"/>
            <a:t>Accuracy: 79%</a:t>
          </a:r>
        </a:p>
      </dgm:t>
    </dgm:pt>
    <dgm:pt modelId="{91143899-B651-4F27-A844-D428826A0B32}" type="parTrans" cxnId="{EB1AB9D5-7BF4-40F4-859E-B044D5A72184}">
      <dgm:prSet/>
      <dgm:spPr/>
      <dgm:t>
        <a:bodyPr/>
        <a:lstStyle/>
        <a:p>
          <a:endParaRPr lang="en-US"/>
        </a:p>
      </dgm:t>
    </dgm:pt>
    <dgm:pt modelId="{F8A586B8-BFB3-4CF3-AF5C-D17A273EDC2A}" type="sibTrans" cxnId="{EB1AB9D5-7BF4-40F4-859E-B044D5A72184}">
      <dgm:prSet/>
      <dgm:spPr/>
      <dgm:t>
        <a:bodyPr/>
        <a:lstStyle/>
        <a:p>
          <a:endParaRPr lang="en-US"/>
        </a:p>
      </dgm:t>
    </dgm:pt>
    <dgm:pt modelId="{8127EA95-9576-4CAB-926F-90FC4864551E}">
      <dgm:prSet/>
      <dgm:spPr/>
      <dgm:t>
        <a:bodyPr/>
        <a:lstStyle/>
        <a:p>
          <a:r>
            <a:rPr lang="en-US"/>
            <a:t>ROC-AUC: 0.83</a:t>
          </a:r>
        </a:p>
      </dgm:t>
    </dgm:pt>
    <dgm:pt modelId="{1FFDACED-440D-405A-A351-D0AAAEE7AA00}" type="parTrans" cxnId="{104023F9-23BB-4DC1-B14D-BA26F8783140}">
      <dgm:prSet/>
      <dgm:spPr/>
      <dgm:t>
        <a:bodyPr/>
        <a:lstStyle/>
        <a:p>
          <a:endParaRPr lang="en-US"/>
        </a:p>
      </dgm:t>
    </dgm:pt>
    <dgm:pt modelId="{9B77FAFE-1E61-4FA0-8BFF-D98D15FA59F6}" type="sibTrans" cxnId="{104023F9-23BB-4DC1-B14D-BA26F8783140}">
      <dgm:prSet/>
      <dgm:spPr/>
      <dgm:t>
        <a:bodyPr/>
        <a:lstStyle/>
        <a:p>
          <a:endParaRPr lang="en-US"/>
        </a:p>
      </dgm:t>
    </dgm:pt>
    <dgm:pt modelId="{0D7C7F92-A57D-49C2-BDA7-29988C97A618}">
      <dgm:prSet/>
      <dgm:spPr/>
      <dgm:t>
        <a:bodyPr/>
        <a:lstStyle/>
        <a:p>
          <a:r>
            <a:rPr lang="en-US"/>
            <a:t>Stable cross-validation</a:t>
          </a:r>
        </a:p>
      </dgm:t>
    </dgm:pt>
    <dgm:pt modelId="{327E3832-8066-4893-A497-620F73B858A9}" type="parTrans" cxnId="{1A972E6B-23D9-493C-AA94-4FAB224CD98C}">
      <dgm:prSet/>
      <dgm:spPr/>
      <dgm:t>
        <a:bodyPr/>
        <a:lstStyle/>
        <a:p>
          <a:endParaRPr lang="en-US"/>
        </a:p>
      </dgm:t>
    </dgm:pt>
    <dgm:pt modelId="{A2ECC3D6-A558-498C-B500-D6CFFBE783FB}" type="sibTrans" cxnId="{1A972E6B-23D9-493C-AA94-4FAB224CD98C}">
      <dgm:prSet/>
      <dgm:spPr/>
      <dgm:t>
        <a:bodyPr/>
        <a:lstStyle/>
        <a:p>
          <a:endParaRPr lang="en-US"/>
        </a:p>
      </dgm:t>
    </dgm:pt>
    <dgm:pt modelId="{C59355A5-5D4B-4142-9551-E1CBFFE1FE02}" type="pres">
      <dgm:prSet presAssocID="{C6C3840A-0357-4379-93C7-088A62C3CAB1}" presName="hierChild1" presStyleCnt="0">
        <dgm:presLayoutVars>
          <dgm:chPref val="1"/>
          <dgm:dir/>
          <dgm:animOne val="branch"/>
          <dgm:animLvl val="lvl"/>
          <dgm:resizeHandles/>
        </dgm:presLayoutVars>
      </dgm:prSet>
      <dgm:spPr/>
    </dgm:pt>
    <dgm:pt modelId="{37A39F54-D434-43BF-BD95-E534696EBBCC}" type="pres">
      <dgm:prSet presAssocID="{807F5A58-F666-4385-87DD-06F6F96A1156}" presName="hierRoot1" presStyleCnt="0"/>
      <dgm:spPr/>
    </dgm:pt>
    <dgm:pt modelId="{8C5B2116-B363-49CA-BE03-B18FD2136368}" type="pres">
      <dgm:prSet presAssocID="{807F5A58-F666-4385-87DD-06F6F96A1156}" presName="composite" presStyleCnt="0"/>
      <dgm:spPr/>
    </dgm:pt>
    <dgm:pt modelId="{564F3956-62A0-42FE-BB7C-DA2FCD185D8E}" type="pres">
      <dgm:prSet presAssocID="{807F5A58-F666-4385-87DD-06F6F96A1156}" presName="background" presStyleLbl="node0" presStyleIdx="0" presStyleCnt="3"/>
      <dgm:spPr/>
    </dgm:pt>
    <dgm:pt modelId="{96F73B99-3A54-4828-A255-59647F10A737}" type="pres">
      <dgm:prSet presAssocID="{807F5A58-F666-4385-87DD-06F6F96A1156}" presName="text" presStyleLbl="fgAcc0" presStyleIdx="0" presStyleCnt="3">
        <dgm:presLayoutVars>
          <dgm:chPref val="3"/>
        </dgm:presLayoutVars>
      </dgm:prSet>
      <dgm:spPr/>
    </dgm:pt>
    <dgm:pt modelId="{EB701935-4930-4EB2-9286-097CBD4F2EC2}" type="pres">
      <dgm:prSet presAssocID="{807F5A58-F666-4385-87DD-06F6F96A1156}" presName="hierChild2" presStyleCnt="0"/>
      <dgm:spPr/>
    </dgm:pt>
    <dgm:pt modelId="{BA4986D0-C878-4145-B801-68007776E11F}" type="pres">
      <dgm:prSet presAssocID="{8127EA95-9576-4CAB-926F-90FC4864551E}" presName="hierRoot1" presStyleCnt="0"/>
      <dgm:spPr/>
    </dgm:pt>
    <dgm:pt modelId="{D97CF499-D306-47BD-B9DC-954747E7093B}" type="pres">
      <dgm:prSet presAssocID="{8127EA95-9576-4CAB-926F-90FC4864551E}" presName="composite" presStyleCnt="0"/>
      <dgm:spPr/>
    </dgm:pt>
    <dgm:pt modelId="{4D65284E-67ED-4251-AF6C-E503670878F8}" type="pres">
      <dgm:prSet presAssocID="{8127EA95-9576-4CAB-926F-90FC4864551E}" presName="background" presStyleLbl="node0" presStyleIdx="1" presStyleCnt="3"/>
      <dgm:spPr/>
    </dgm:pt>
    <dgm:pt modelId="{C9E557DC-04CD-4FB3-846E-9307BA7F4F24}" type="pres">
      <dgm:prSet presAssocID="{8127EA95-9576-4CAB-926F-90FC4864551E}" presName="text" presStyleLbl="fgAcc0" presStyleIdx="1" presStyleCnt="3">
        <dgm:presLayoutVars>
          <dgm:chPref val="3"/>
        </dgm:presLayoutVars>
      </dgm:prSet>
      <dgm:spPr/>
    </dgm:pt>
    <dgm:pt modelId="{9B4D60F9-5639-49A3-A7D2-3FD48631D323}" type="pres">
      <dgm:prSet presAssocID="{8127EA95-9576-4CAB-926F-90FC4864551E}" presName="hierChild2" presStyleCnt="0"/>
      <dgm:spPr/>
    </dgm:pt>
    <dgm:pt modelId="{DB1C3A42-96E0-4E71-8F42-364B920D095B}" type="pres">
      <dgm:prSet presAssocID="{0D7C7F92-A57D-49C2-BDA7-29988C97A618}" presName="hierRoot1" presStyleCnt="0"/>
      <dgm:spPr/>
    </dgm:pt>
    <dgm:pt modelId="{6F0E0418-4338-4E0D-B9B9-AA43C0E3961D}" type="pres">
      <dgm:prSet presAssocID="{0D7C7F92-A57D-49C2-BDA7-29988C97A618}" presName="composite" presStyleCnt="0"/>
      <dgm:spPr/>
    </dgm:pt>
    <dgm:pt modelId="{3BBF6928-6B8F-44FB-BE57-2E38F2174E59}" type="pres">
      <dgm:prSet presAssocID="{0D7C7F92-A57D-49C2-BDA7-29988C97A618}" presName="background" presStyleLbl="node0" presStyleIdx="2" presStyleCnt="3"/>
      <dgm:spPr/>
    </dgm:pt>
    <dgm:pt modelId="{DE5B196E-F8EF-4003-A5C1-C33F514B11DA}" type="pres">
      <dgm:prSet presAssocID="{0D7C7F92-A57D-49C2-BDA7-29988C97A618}" presName="text" presStyleLbl="fgAcc0" presStyleIdx="2" presStyleCnt="3">
        <dgm:presLayoutVars>
          <dgm:chPref val="3"/>
        </dgm:presLayoutVars>
      </dgm:prSet>
      <dgm:spPr/>
    </dgm:pt>
    <dgm:pt modelId="{A74D7E1B-162D-4B85-B7FB-B77E26BC15FC}" type="pres">
      <dgm:prSet presAssocID="{0D7C7F92-A57D-49C2-BDA7-29988C97A618}" presName="hierChild2" presStyleCnt="0"/>
      <dgm:spPr/>
    </dgm:pt>
  </dgm:ptLst>
  <dgm:cxnLst>
    <dgm:cxn modelId="{36408669-E319-49D3-9F1B-F74C199C54A4}" type="presOf" srcId="{8127EA95-9576-4CAB-926F-90FC4864551E}" destId="{C9E557DC-04CD-4FB3-846E-9307BA7F4F24}" srcOrd="0" destOrd="0" presId="urn:microsoft.com/office/officeart/2005/8/layout/hierarchy1"/>
    <dgm:cxn modelId="{1A972E6B-23D9-493C-AA94-4FAB224CD98C}" srcId="{C6C3840A-0357-4379-93C7-088A62C3CAB1}" destId="{0D7C7F92-A57D-49C2-BDA7-29988C97A618}" srcOrd="2" destOrd="0" parTransId="{327E3832-8066-4893-A497-620F73B858A9}" sibTransId="{A2ECC3D6-A558-498C-B500-D6CFFBE783FB}"/>
    <dgm:cxn modelId="{FBF5166F-0EBB-4107-B411-ACEC4692E8C7}" type="presOf" srcId="{C6C3840A-0357-4379-93C7-088A62C3CAB1}" destId="{C59355A5-5D4B-4142-9551-E1CBFFE1FE02}" srcOrd="0" destOrd="0" presId="urn:microsoft.com/office/officeart/2005/8/layout/hierarchy1"/>
    <dgm:cxn modelId="{9CFE1D84-C46B-4D91-91C2-57498E89DE5A}" type="presOf" srcId="{807F5A58-F666-4385-87DD-06F6F96A1156}" destId="{96F73B99-3A54-4828-A255-59647F10A737}" srcOrd="0" destOrd="0" presId="urn:microsoft.com/office/officeart/2005/8/layout/hierarchy1"/>
    <dgm:cxn modelId="{EB1AB9D5-7BF4-40F4-859E-B044D5A72184}" srcId="{C6C3840A-0357-4379-93C7-088A62C3CAB1}" destId="{807F5A58-F666-4385-87DD-06F6F96A1156}" srcOrd="0" destOrd="0" parTransId="{91143899-B651-4F27-A844-D428826A0B32}" sibTransId="{F8A586B8-BFB3-4CF3-AF5C-D17A273EDC2A}"/>
    <dgm:cxn modelId="{62EF88ED-EEDA-45C0-AECB-95F9B3EEE2A6}" type="presOf" srcId="{0D7C7F92-A57D-49C2-BDA7-29988C97A618}" destId="{DE5B196E-F8EF-4003-A5C1-C33F514B11DA}" srcOrd="0" destOrd="0" presId="urn:microsoft.com/office/officeart/2005/8/layout/hierarchy1"/>
    <dgm:cxn modelId="{104023F9-23BB-4DC1-B14D-BA26F8783140}" srcId="{C6C3840A-0357-4379-93C7-088A62C3CAB1}" destId="{8127EA95-9576-4CAB-926F-90FC4864551E}" srcOrd="1" destOrd="0" parTransId="{1FFDACED-440D-405A-A351-D0AAAEE7AA00}" sibTransId="{9B77FAFE-1E61-4FA0-8BFF-D98D15FA59F6}"/>
    <dgm:cxn modelId="{65D81E65-DD4E-42D8-8792-A6D8C9C2CF80}" type="presParOf" srcId="{C59355A5-5D4B-4142-9551-E1CBFFE1FE02}" destId="{37A39F54-D434-43BF-BD95-E534696EBBCC}" srcOrd="0" destOrd="0" presId="urn:microsoft.com/office/officeart/2005/8/layout/hierarchy1"/>
    <dgm:cxn modelId="{1F440213-ED74-4A02-827B-6472C5BA36D9}" type="presParOf" srcId="{37A39F54-D434-43BF-BD95-E534696EBBCC}" destId="{8C5B2116-B363-49CA-BE03-B18FD2136368}" srcOrd="0" destOrd="0" presId="urn:microsoft.com/office/officeart/2005/8/layout/hierarchy1"/>
    <dgm:cxn modelId="{F9A79CF3-7B14-46F7-BC7F-F1814ED666E7}" type="presParOf" srcId="{8C5B2116-B363-49CA-BE03-B18FD2136368}" destId="{564F3956-62A0-42FE-BB7C-DA2FCD185D8E}" srcOrd="0" destOrd="0" presId="urn:microsoft.com/office/officeart/2005/8/layout/hierarchy1"/>
    <dgm:cxn modelId="{5A1AF47D-E697-46CD-9806-76A961A3C2B9}" type="presParOf" srcId="{8C5B2116-B363-49CA-BE03-B18FD2136368}" destId="{96F73B99-3A54-4828-A255-59647F10A737}" srcOrd="1" destOrd="0" presId="urn:microsoft.com/office/officeart/2005/8/layout/hierarchy1"/>
    <dgm:cxn modelId="{B1DCC9BD-B4AF-4DD3-90CF-DA5B99B69544}" type="presParOf" srcId="{37A39F54-D434-43BF-BD95-E534696EBBCC}" destId="{EB701935-4930-4EB2-9286-097CBD4F2EC2}" srcOrd="1" destOrd="0" presId="urn:microsoft.com/office/officeart/2005/8/layout/hierarchy1"/>
    <dgm:cxn modelId="{399614F5-0F09-4C39-91CB-9395670AF092}" type="presParOf" srcId="{C59355A5-5D4B-4142-9551-E1CBFFE1FE02}" destId="{BA4986D0-C878-4145-B801-68007776E11F}" srcOrd="1" destOrd="0" presId="urn:microsoft.com/office/officeart/2005/8/layout/hierarchy1"/>
    <dgm:cxn modelId="{722DFBED-54F6-4AF7-BA13-60C4F64BC62C}" type="presParOf" srcId="{BA4986D0-C878-4145-B801-68007776E11F}" destId="{D97CF499-D306-47BD-B9DC-954747E7093B}" srcOrd="0" destOrd="0" presId="urn:microsoft.com/office/officeart/2005/8/layout/hierarchy1"/>
    <dgm:cxn modelId="{766142D3-57AB-45A2-8A02-D5472A43E51F}" type="presParOf" srcId="{D97CF499-D306-47BD-B9DC-954747E7093B}" destId="{4D65284E-67ED-4251-AF6C-E503670878F8}" srcOrd="0" destOrd="0" presId="urn:microsoft.com/office/officeart/2005/8/layout/hierarchy1"/>
    <dgm:cxn modelId="{DD0B9B05-D0F5-4C8F-921F-52A8D704C924}" type="presParOf" srcId="{D97CF499-D306-47BD-B9DC-954747E7093B}" destId="{C9E557DC-04CD-4FB3-846E-9307BA7F4F24}" srcOrd="1" destOrd="0" presId="urn:microsoft.com/office/officeart/2005/8/layout/hierarchy1"/>
    <dgm:cxn modelId="{F6B07806-E73A-4AC1-83D4-721D4D17C4B1}" type="presParOf" srcId="{BA4986D0-C878-4145-B801-68007776E11F}" destId="{9B4D60F9-5639-49A3-A7D2-3FD48631D323}" srcOrd="1" destOrd="0" presId="urn:microsoft.com/office/officeart/2005/8/layout/hierarchy1"/>
    <dgm:cxn modelId="{444E0131-1F49-4600-9512-1CD4409D3B5C}" type="presParOf" srcId="{C59355A5-5D4B-4142-9551-E1CBFFE1FE02}" destId="{DB1C3A42-96E0-4E71-8F42-364B920D095B}" srcOrd="2" destOrd="0" presId="urn:microsoft.com/office/officeart/2005/8/layout/hierarchy1"/>
    <dgm:cxn modelId="{F1738243-9557-4B7D-BD6E-9EAF49EEF830}" type="presParOf" srcId="{DB1C3A42-96E0-4E71-8F42-364B920D095B}" destId="{6F0E0418-4338-4E0D-B9B9-AA43C0E3961D}" srcOrd="0" destOrd="0" presId="urn:microsoft.com/office/officeart/2005/8/layout/hierarchy1"/>
    <dgm:cxn modelId="{2884219B-8B31-4215-92C6-FCC5A98FEF4E}" type="presParOf" srcId="{6F0E0418-4338-4E0D-B9B9-AA43C0E3961D}" destId="{3BBF6928-6B8F-44FB-BE57-2E38F2174E59}" srcOrd="0" destOrd="0" presId="urn:microsoft.com/office/officeart/2005/8/layout/hierarchy1"/>
    <dgm:cxn modelId="{8E9A35A9-AF97-4359-946A-571E89E9EE81}" type="presParOf" srcId="{6F0E0418-4338-4E0D-B9B9-AA43C0E3961D}" destId="{DE5B196E-F8EF-4003-A5C1-C33F514B11DA}" srcOrd="1" destOrd="0" presId="urn:microsoft.com/office/officeart/2005/8/layout/hierarchy1"/>
    <dgm:cxn modelId="{59B22CF5-8585-4315-AD87-CD80E0C5F419}" type="presParOf" srcId="{DB1C3A42-96E0-4E71-8F42-364B920D095B}" destId="{A74D7E1B-162D-4B85-B7FB-B77E26BC15F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FF9D977-16B1-4476-9756-B26C81FB9B25}" type="doc">
      <dgm:prSet loTypeId="urn:microsoft.com/office/officeart/2005/8/layout/vList2" loCatId="list" qsTypeId="urn:microsoft.com/office/officeart/2005/8/quickstyle/simple2" qsCatId="simple" csTypeId="urn:microsoft.com/office/officeart/2005/8/colors/accent5_2" csCatId="accent5"/>
      <dgm:spPr/>
      <dgm:t>
        <a:bodyPr/>
        <a:lstStyle/>
        <a:p>
          <a:endParaRPr lang="en-US"/>
        </a:p>
      </dgm:t>
    </dgm:pt>
    <dgm:pt modelId="{4416ABEE-634F-4BA8-8F82-A308E88BDAFC}">
      <dgm:prSet/>
      <dgm:spPr/>
      <dgm:t>
        <a:bodyPr/>
        <a:lstStyle/>
        <a:p>
          <a:r>
            <a:rPr lang="en-US"/>
            <a:t>• Tenure</a:t>
          </a:r>
        </a:p>
      </dgm:t>
    </dgm:pt>
    <dgm:pt modelId="{85D95752-BB08-4069-BE78-4CEF959EEC20}" type="parTrans" cxnId="{3E15A88C-80B1-42A3-AEE8-CA62615B8F81}">
      <dgm:prSet/>
      <dgm:spPr/>
      <dgm:t>
        <a:bodyPr/>
        <a:lstStyle/>
        <a:p>
          <a:endParaRPr lang="en-US"/>
        </a:p>
      </dgm:t>
    </dgm:pt>
    <dgm:pt modelId="{1C066922-9BC0-42C3-90E5-3FE04926F9FC}" type="sibTrans" cxnId="{3E15A88C-80B1-42A3-AEE8-CA62615B8F81}">
      <dgm:prSet/>
      <dgm:spPr/>
      <dgm:t>
        <a:bodyPr/>
        <a:lstStyle/>
        <a:p>
          <a:endParaRPr lang="en-US"/>
        </a:p>
      </dgm:t>
    </dgm:pt>
    <dgm:pt modelId="{2EEB0FDC-8EC9-46D2-82AF-82A3B9B8EFBD}">
      <dgm:prSet/>
      <dgm:spPr/>
      <dgm:t>
        <a:bodyPr/>
        <a:lstStyle/>
        <a:p>
          <a:r>
            <a:rPr lang="en-US"/>
            <a:t>• Total Charges</a:t>
          </a:r>
        </a:p>
      </dgm:t>
    </dgm:pt>
    <dgm:pt modelId="{EE3074AF-A2C0-4C93-8508-FC236B7CB1E0}" type="parTrans" cxnId="{34CF8063-966C-4FD6-BA71-79772AF62B9E}">
      <dgm:prSet/>
      <dgm:spPr/>
      <dgm:t>
        <a:bodyPr/>
        <a:lstStyle/>
        <a:p>
          <a:endParaRPr lang="en-US"/>
        </a:p>
      </dgm:t>
    </dgm:pt>
    <dgm:pt modelId="{1F883B13-9180-4539-B614-71EFED00130F}" type="sibTrans" cxnId="{34CF8063-966C-4FD6-BA71-79772AF62B9E}">
      <dgm:prSet/>
      <dgm:spPr/>
      <dgm:t>
        <a:bodyPr/>
        <a:lstStyle/>
        <a:p>
          <a:endParaRPr lang="en-US"/>
        </a:p>
      </dgm:t>
    </dgm:pt>
    <dgm:pt modelId="{75AA39D1-A582-4295-8562-3F046ACA107C}">
      <dgm:prSet/>
      <dgm:spPr/>
      <dgm:t>
        <a:bodyPr/>
        <a:lstStyle/>
        <a:p>
          <a:r>
            <a:rPr lang="en-US"/>
            <a:t>• Contract Type</a:t>
          </a:r>
        </a:p>
      </dgm:t>
    </dgm:pt>
    <dgm:pt modelId="{601E7181-817B-4D38-BCE5-138F4159B3E8}" type="parTrans" cxnId="{53BFCC7C-2451-4129-B9D1-3F86B12B7C5B}">
      <dgm:prSet/>
      <dgm:spPr/>
      <dgm:t>
        <a:bodyPr/>
        <a:lstStyle/>
        <a:p>
          <a:endParaRPr lang="en-US"/>
        </a:p>
      </dgm:t>
    </dgm:pt>
    <dgm:pt modelId="{5F457E60-D2D3-4A70-9AB2-389D0DFD3897}" type="sibTrans" cxnId="{53BFCC7C-2451-4129-B9D1-3F86B12B7C5B}">
      <dgm:prSet/>
      <dgm:spPr/>
      <dgm:t>
        <a:bodyPr/>
        <a:lstStyle/>
        <a:p>
          <a:endParaRPr lang="en-US"/>
        </a:p>
      </dgm:t>
    </dgm:pt>
    <dgm:pt modelId="{AB8CF602-0D69-403A-BA8C-618705D596A8}">
      <dgm:prSet/>
      <dgm:spPr/>
      <dgm:t>
        <a:bodyPr/>
        <a:lstStyle/>
        <a:p>
          <a:r>
            <a:rPr lang="en-US"/>
            <a:t>• Monthly Charges</a:t>
          </a:r>
        </a:p>
      </dgm:t>
    </dgm:pt>
    <dgm:pt modelId="{19AE6E10-4E18-4B17-8C10-20BA901F98A0}" type="parTrans" cxnId="{CFA8FF09-94DC-409C-AE3C-F803431E83B4}">
      <dgm:prSet/>
      <dgm:spPr/>
      <dgm:t>
        <a:bodyPr/>
        <a:lstStyle/>
        <a:p>
          <a:endParaRPr lang="en-US"/>
        </a:p>
      </dgm:t>
    </dgm:pt>
    <dgm:pt modelId="{6AAF9ADF-DC61-4D74-9B52-0B5D55CE4D8F}" type="sibTrans" cxnId="{CFA8FF09-94DC-409C-AE3C-F803431E83B4}">
      <dgm:prSet/>
      <dgm:spPr/>
      <dgm:t>
        <a:bodyPr/>
        <a:lstStyle/>
        <a:p>
          <a:endParaRPr lang="en-US"/>
        </a:p>
      </dgm:t>
    </dgm:pt>
    <dgm:pt modelId="{53BA7991-11AF-47E3-8E10-724C21327CD6}">
      <dgm:prSet/>
      <dgm:spPr/>
      <dgm:t>
        <a:bodyPr/>
        <a:lstStyle/>
        <a:p>
          <a:r>
            <a:rPr lang="en-US"/>
            <a:t>• Online Security</a:t>
          </a:r>
        </a:p>
      </dgm:t>
    </dgm:pt>
    <dgm:pt modelId="{4122B6DD-6366-4069-B136-E62DDEB4B4EA}" type="parTrans" cxnId="{20FC9EA6-90FE-41F9-82B6-1F952E6376CF}">
      <dgm:prSet/>
      <dgm:spPr/>
      <dgm:t>
        <a:bodyPr/>
        <a:lstStyle/>
        <a:p>
          <a:endParaRPr lang="en-US"/>
        </a:p>
      </dgm:t>
    </dgm:pt>
    <dgm:pt modelId="{1DC5A86E-BED6-4DD3-9509-D25DDCF132A7}" type="sibTrans" cxnId="{20FC9EA6-90FE-41F9-82B6-1F952E6376CF}">
      <dgm:prSet/>
      <dgm:spPr/>
      <dgm:t>
        <a:bodyPr/>
        <a:lstStyle/>
        <a:p>
          <a:endParaRPr lang="en-US"/>
        </a:p>
      </dgm:t>
    </dgm:pt>
    <dgm:pt modelId="{5B9F9A7E-B43D-43FF-AE25-3ECCD6F3BFD5}" type="pres">
      <dgm:prSet presAssocID="{EFF9D977-16B1-4476-9756-B26C81FB9B25}" presName="linear" presStyleCnt="0">
        <dgm:presLayoutVars>
          <dgm:animLvl val="lvl"/>
          <dgm:resizeHandles val="exact"/>
        </dgm:presLayoutVars>
      </dgm:prSet>
      <dgm:spPr/>
    </dgm:pt>
    <dgm:pt modelId="{72FB8D86-A630-4B43-8980-5217E0512853}" type="pres">
      <dgm:prSet presAssocID="{4416ABEE-634F-4BA8-8F82-A308E88BDAFC}" presName="parentText" presStyleLbl="node1" presStyleIdx="0" presStyleCnt="5">
        <dgm:presLayoutVars>
          <dgm:chMax val="0"/>
          <dgm:bulletEnabled val="1"/>
        </dgm:presLayoutVars>
      </dgm:prSet>
      <dgm:spPr/>
    </dgm:pt>
    <dgm:pt modelId="{BF9999DE-901A-4FF6-8D55-2E086D83A203}" type="pres">
      <dgm:prSet presAssocID="{1C066922-9BC0-42C3-90E5-3FE04926F9FC}" presName="spacer" presStyleCnt="0"/>
      <dgm:spPr/>
    </dgm:pt>
    <dgm:pt modelId="{542DA940-B972-4CFA-B47C-C98E5E2CCC6C}" type="pres">
      <dgm:prSet presAssocID="{2EEB0FDC-8EC9-46D2-82AF-82A3B9B8EFBD}" presName="parentText" presStyleLbl="node1" presStyleIdx="1" presStyleCnt="5">
        <dgm:presLayoutVars>
          <dgm:chMax val="0"/>
          <dgm:bulletEnabled val="1"/>
        </dgm:presLayoutVars>
      </dgm:prSet>
      <dgm:spPr/>
    </dgm:pt>
    <dgm:pt modelId="{3AE3B059-5DFB-484D-8288-ABC0EB2FCE00}" type="pres">
      <dgm:prSet presAssocID="{1F883B13-9180-4539-B614-71EFED00130F}" presName="spacer" presStyleCnt="0"/>
      <dgm:spPr/>
    </dgm:pt>
    <dgm:pt modelId="{E083A8C8-A49F-4387-86AC-EE0D53874CB3}" type="pres">
      <dgm:prSet presAssocID="{75AA39D1-A582-4295-8562-3F046ACA107C}" presName="parentText" presStyleLbl="node1" presStyleIdx="2" presStyleCnt="5">
        <dgm:presLayoutVars>
          <dgm:chMax val="0"/>
          <dgm:bulletEnabled val="1"/>
        </dgm:presLayoutVars>
      </dgm:prSet>
      <dgm:spPr/>
    </dgm:pt>
    <dgm:pt modelId="{9A6A0087-F3F9-4FB0-82DC-46826D2C2A8C}" type="pres">
      <dgm:prSet presAssocID="{5F457E60-D2D3-4A70-9AB2-389D0DFD3897}" presName="spacer" presStyleCnt="0"/>
      <dgm:spPr/>
    </dgm:pt>
    <dgm:pt modelId="{A6788D99-3DF2-4979-8C70-A39F8E99CB4C}" type="pres">
      <dgm:prSet presAssocID="{AB8CF602-0D69-403A-BA8C-618705D596A8}" presName="parentText" presStyleLbl="node1" presStyleIdx="3" presStyleCnt="5">
        <dgm:presLayoutVars>
          <dgm:chMax val="0"/>
          <dgm:bulletEnabled val="1"/>
        </dgm:presLayoutVars>
      </dgm:prSet>
      <dgm:spPr/>
    </dgm:pt>
    <dgm:pt modelId="{58DD2169-FF1D-4FE4-8823-563E65F4E551}" type="pres">
      <dgm:prSet presAssocID="{6AAF9ADF-DC61-4D74-9B52-0B5D55CE4D8F}" presName="spacer" presStyleCnt="0"/>
      <dgm:spPr/>
    </dgm:pt>
    <dgm:pt modelId="{D485A0AF-BE1B-4CE3-A592-B3A3AF78DC73}" type="pres">
      <dgm:prSet presAssocID="{53BA7991-11AF-47E3-8E10-724C21327CD6}" presName="parentText" presStyleLbl="node1" presStyleIdx="4" presStyleCnt="5">
        <dgm:presLayoutVars>
          <dgm:chMax val="0"/>
          <dgm:bulletEnabled val="1"/>
        </dgm:presLayoutVars>
      </dgm:prSet>
      <dgm:spPr/>
    </dgm:pt>
  </dgm:ptLst>
  <dgm:cxnLst>
    <dgm:cxn modelId="{CFA8FF09-94DC-409C-AE3C-F803431E83B4}" srcId="{EFF9D977-16B1-4476-9756-B26C81FB9B25}" destId="{AB8CF602-0D69-403A-BA8C-618705D596A8}" srcOrd="3" destOrd="0" parTransId="{19AE6E10-4E18-4B17-8C10-20BA901F98A0}" sibTransId="{6AAF9ADF-DC61-4D74-9B52-0B5D55CE4D8F}"/>
    <dgm:cxn modelId="{00CCA90A-0982-4467-9CBA-F8117C13B639}" type="presOf" srcId="{53BA7991-11AF-47E3-8E10-724C21327CD6}" destId="{D485A0AF-BE1B-4CE3-A592-B3A3AF78DC73}" srcOrd="0" destOrd="0" presId="urn:microsoft.com/office/officeart/2005/8/layout/vList2"/>
    <dgm:cxn modelId="{34CF8063-966C-4FD6-BA71-79772AF62B9E}" srcId="{EFF9D977-16B1-4476-9756-B26C81FB9B25}" destId="{2EEB0FDC-8EC9-46D2-82AF-82A3B9B8EFBD}" srcOrd="1" destOrd="0" parTransId="{EE3074AF-A2C0-4C93-8508-FC236B7CB1E0}" sibTransId="{1F883B13-9180-4539-B614-71EFED00130F}"/>
    <dgm:cxn modelId="{53BFCC7C-2451-4129-B9D1-3F86B12B7C5B}" srcId="{EFF9D977-16B1-4476-9756-B26C81FB9B25}" destId="{75AA39D1-A582-4295-8562-3F046ACA107C}" srcOrd="2" destOrd="0" parTransId="{601E7181-817B-4D38-BCE5-138F4159B3E8}" sibTransId="{5F457E60-D2D3-4A70-9AB2-389D0DFD3897}"/>
    <dgm:cxn modelId="{EB99298A-4580-4146-9010-AD548B954F18}" type="presOf" srcId="{4416ABEE-634F-4BA8-8F82-A308E88BDAFC}" destId="{72FB8D86-A630-4B43-8980-5217E0512853}" srcOrd="0" destOrd="0" presId="urn:microsoft.com/office/officeart/2005/8/layout/vList2"/>
    <dgm:cxn modelId="{3E15A88C-80B1-42A3-AEE8-CA62615B8F81}" srcId="{EFF9D977-16B1-4476-9756-B26C81FB9B25}" destId="{4416ABEE-634F-4BA8-8F82-A308E88BDAFC}" srcOrd="0" destOrd="0" parTransId="{85D95752-BB08-4069-BE78-4CEF959EEC20}" sibTransId="{1C066922-9BC0-42C3-90E5-3FE04926F9FC}"/>
    <dgm:cxn modelId="{FD19EBA0-8D5E-4D0D-AF07-ADBD4F3BA15A}" type="presOf" srcId="{AB8CF602-0D69-403A-BA8C-618705D596A8}" destId="{A6788D99-3DF2-4979-8C70-A39F8E99CB4C}" srcOrd="0" destOrd="0" presId="urn:microsoft.com/office/officeart/2005/8/layout/vList2"/>
    <dgm:cxn modelId="{20FC9EA6-90FE-41F9-82B6-1F952E6376CF}" srcId="{EFF9D977-16B1-4476-9756-B26C81FB9B25}" destId="{53BA7991-11AF-47E3-8E10-724C21327CD6}" srcOrd="4" destOrd="0" parTransId="{4122B6DD-6366-4069-B136-E62DDEB4B4EA}" sibTransId="{1DC5A86E-BED6-4DD3-9509-D25DDCF132A7}"/>
    <dgm:cxn modelId="{60A4FED1-F915-467F-AD05-7232FD05F470}" type="presOf" srcId="{2EEB0FDC-8EC9-46D2-82AF-82A3B9B8EFBD}" destId="{542DA940-B972-4CFA-B47C-C98E5E2CCC6C}" srcOrd="0" destOrd="0" presId="urn:microsoft.com/office/officeart/2005/8/layout/vList2"/>
    <dgm:cxn modelId="{9A57FDD5-7B68-4AAA-BE89-9F1C40A6413D}" type="presOf" srcId="{EFF9D977-16B1-4476-9756-B26C81FB9B25}" destId="{5B9F9A7E-B43D-43FF-AE25-3ECCD6F3BFD5}" srcOrd="0" destOrd="0" presId="urn:microsoft.com/office/officeart/2005/8/layout/vList2"/>
    <dgm:cxn modelId="{114EE5E7-B92F-46E9-BB95-68888BD309D3}" type="presOf" srcId="{75AA39D1-A582-4295-8562-3F046ACA107C}" destId="{E083A8C8-A49F-4387-86AC-EE0D53874CB3}" srcOrd="0" destOrd="0" presId="urn:microsoft.com/office/officeart/2005/8/layout/vList2"/>
    <dgm:cxn modelId="{D51CA098-DC79-46DB-A405-98BF63822A79}" type="presParOf" srcId="{5B9F9A7E-B43D-43FF-AE25-3ECCD6F3BFD5}" destId="{72FB8D86-A630-4B43-8980-5217E0512853}" srcOrd="0" destOrd="0" presId="urn:microsoft.com/office/officeart/2005/8/layout/vList2"/>
    <dgm:cxn modelId="{1FF57ED8-0BBF-48BB-9AE1-97159E968BD1}" type="presParOf" srcId="{5B9F9A7E-B43D-43FF-AE25-3ECCD6F3BFD5}" destId="{BF9999DE-901A-4FF6-8D55-2E086D83A203}" srcOrd="1" destOrd="0" presId="urn:microsoft.com/office/officeart/2005/8/layout/vList2"/>
    <dgm:cxn modelId="{275DD847-E893-4DDE-941E-928CC38D5FDC}" type="presParOf" srcId="{5B9F9A7E-B43D-43FF-AE25-3ECCD6F3BFD5}" destId="{542DA940-B972-4CFA-B47C-C98E5E2CCC6C}" srcOrd="2" destOrd="0" presId="urn:microsoft.com/office/officeart/2005/8/layout/vList2"/>
    <dgm:cxn modelId="{40E25EC6-42C7-4B47-8C6D-B0E0F6EF9DED}" type="presParOf" srcId="{5B9F9A7E-B43D-43FF-AE25-3ECCD6F3BFD5}" destId="{3AE3B059-5DFB-484D-8288-ABC0EB2FCE00}" srcOrd="3" destOrd="0" presId="urn:microsoft.com/office/officeart/2005/8/layout/vList2"/>
    <dgm:cxn modelId="{91D79475-DDBE-4076-A9BB-FA6A52D9C276}" type="presParOf" srcId="{5B9F9A7E-B43D-43FF-AE25-3ECCD6F3BFD5}" destId="{E083A8C8-A49F-4387-86AC-EE0D53874CB3}" srcOrd="4" destOrd="0" presId="urn:microsoft.com/office/officeart/2005/8/layout/vList2"/>
    <dgm:cxn modelId="{D2768A8B-04BF-4A19-97C9-48380E0288D6}" type="presParOf" srcId="{5B9F9A7E-B43D-43FF-AE25-3ECCD6F3BFD5}" destId="{9A6A0087-F3F9-4FB0-82DC-46826D2C2A8C}" srcOrd="5" destOrd="0" presId="urn:microsoft.com/office/officeart/2005/8/layout/vList2"/>
    <dgm:cxn modelId="{6F305A92-D256-4664-99E7-83AE7EEFB3DA}" type="presParOf" srcId="{5B9F9A7E-B43D-43FF-AE25-3ECCD6F3BFD5}" destId="{A6788D99-3DF2-4979-8C70-A39F8E99CB4C}" srcOrd="6" destOrd="0" presId="urn:microsoft.com/office/officeart/2005/8/layout/vList2"/>
    <dgm:cxn modelId="{A38982C0-F634-4791-9028-4D8D8FDC41B1}" type="presParOf" srcId="{5B9F9A7E-B43D-43FF-AE25-3ECCD6F3BFD5}" destId="{58DD2169-FF1D-4FE4-8823-563E65F4E551}" srcOrd="7" destOrd="0" presId="urn:microsoft.com/office/officeart/2005/8/layout/vList2"/>
    <dgm:cxn modelId="{DB05D292-7B7C-4FB6-A1FC-D0A6B98C1BF0}" type="presParOf" srcId="{5B9F9A7E-B43D-43FF-AE25-3ECCD6F3BFD5}" destId="{D485A0AF-BE1B-4CE3-A592-B3A3AF78DC73}"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FBEE2EC-2DF5-42EB-A86E-B86168D35399}"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676094C-0690-487F-817A-268398299538}">
      <dgm:prSet/>
      <dgm:spPr/>
      <dgm:t>
        <a:bodyPr/>
        <a:lstStyle/>
        <a:p>
          <a:pPr>
            <a:lnSpc>
              <a:spcPct val="100000"/>
            </a:lnSpc>
            <a:defRPr cap="all"/>
          </a:pPr>
          <a:r>
            <a:rPr lang="en-US"/>
            <a:t>Streamlit-based app</a:t>
          </a:r>
        </a:p>
      </dgm:t>
    </dgm:pt>
    <dgm:pt modelId="{5175AE16-D410-475E-94F5-E1C659FDEA63}" type="parTrans" cxnId="{DDDFA39F-35CE-4C87-AADB-4290D6CFF401}">
      <dgm:prSet/>
      <dgm:spPr/>
      <dgm:t>
        <a:bodyPr/>
        <a:lstStyle/>
        <a:p>
          <a:endParaRPr lang="en-US"/>
        </a:p>
      </dgm:t>
    </dgm:pt>
    <dgm:pt modelId="{3C10B3B2-3E17-462E-82B7-931846A5A3DD}" type="sibTrans" cxnId="{DDDFA39F-35CE-4C87-AADB-4290D6CFF401}">
      <dgm:prSet/>
      <dgm:spPr/>
      <dgm:t>
        <a:bodyPr/>
        <a:lstStyle/>
        <a:p>
          <a:endParaRPr lang="en-US"/>
        </a:p>
      </dgm:t>
    </dgm:pt>
    <dgm:pt modelId="{ED6CDAB6-3765-4908-AA77-97A6F3701F70}">
      <dgm:prSet/>
      <dgm:spPr/>
      <dgm:t>
        <a:bodyPr/>
        <a:lstStyle/>
        <a:p>
          <a:pPr>
            <a:lnSpc>
              <a:spcPct val="100000"/>
            </a:lnSpc>
            <a:defRPr cap="all"/>
          </a:pPr>
          <a:r>
            <a:rPr lang="en-US"/>
            <a:t>• Data analysis</a:t>
          </a:r>
        </a:p>
      </dgm:t>
    </dgm:pt>
    <dgm:pt modelId="{B43E63F3-224A-4E83-9107-C9D91ED9BF55}" type="parTrans" cxnId="{B61301F2-B84D-4D61-BD9E-B642B1A6AF31}">
      <dgm:prSet/>
      <dgm:spPr/>
      <dgm:t>
        <a:bodyPr/>
        <a:lstStyle/>
        <a:p>
          <a:endParaRPr lang="en-US"/>
        </a:p>
      </dgm:t>
    </dgm:pt>
    <dgm:pt modelId="{84E1E905-38B4-49B1-83CB-A5CFD0DC5937}" type="sibTrans" cxnId="{B61301F2-B84D-4D61-BD9E-B642B1A6AF31}">
      <dgm:prSet/>
      <dgm:spPr/>
      <dgm:t>
        <a:bodyPr/>
        <a:lstStyle/>
        <a:p>
          <a:endParaRPr lang="en-US"/>
        </a:p>
      </dgm:t>
    </dgm:pt>
    <dgm:pt modelId="{7E51010D-AFBE-4F72-928B-6A0EA6D46A5B}">
      <dgm:prSet/>
      <dgm:spPr/>
      <dgm:t>
        <a:bodyPr/>
        <a:lstStyle/>
        <a:p>
          <a:pPr>
            <a:lnSpc>
              <a:spcPct val="100000"/>
            </a:lnSpc>
            <a:defRPr cap="all"/>
          </a:pPr>
          <a:r>
            <a:rPr lang="en-US"/>
            <a:t>• Model insights</a:t>
          </a:r>
        </a:p>
      </dgm:t>
    </dgm:pt>
    <dgm:pt modelId="{84B89AA5-872E-4DEB-8A58-2E77345CC8CA}" type="parTrans" cxnId="{244A5F28-5D44-4E4D-80B7-1753267244C8}">
      <dgm:prSet/>
      <dgm:spPr/>
      <dgm:t>
        <a:bodyPr/>
        <a:lstStyle/>
        <a:p>
          <a:endParaRPr lang="en-US"/>
        </a:p>
      </dgm:t>
    </dgm:pt>
    <dgm:pt modelId="{6BC6F4EC-8843-438E-80FE-3A01662BA62A}" type="sibTrans" cxnId="{244A5F28-5D44-4E4D-80B7-1753267244C8}">
      <dgm:prSet/>
      <dgm:spPr/>
      <dgm:t>
        <a:bodyPr/>
        <a:lstStyle/>
        <a:p>
          <a:endParaRPr lang="en-US"/>
        </a:p>
      </dgm:t>
    </dgm:pt>
    <dgm:pt modelId="{FDB514DB-2E84-4B36-A52F-55213E29E897}">
      <dgm:prSet/>
      <dgm:spPr/>
      <dgm:t>
        <a:bodyPr/>
        <a:lstStyle/>
        <a:p>
          <a:pPr>
            <a:lnSpc>
              <a:spcPct val="100000"/>
            </a:lnSpc>
            <a:defRPr cap="all"/>
          </a:pPr>
          <a:r>
            <a:rPr lang="en-US"/>
            <a:t>• Live churn prediction</a:t>
          </a:r>
        </a:p>
      </dgm:t>
    </dgm:pt>
    <dgm:pt modelId="{F34F4FF6-A2A5-4167-BDD6-A3319E05B94F}" type="parTrans" cxnId="{4C365D9B-8C31-4F1D-A1A0-9B9A73F1860B}">
      <dgm:prSet/>
      <dgm:spPr/>
      <dgm:t>
        <a:bodyPr/>
        <a:lstStyle/>
        <a:p>
          <a:endParaRPr lang="en-US"/>
        </a:p>
      </dgm:t>
    </dgm:pt>
    <dgm:pt modelId="{4B8568AE-C52E-4F06-A422-C7910FC8AB42}" type="sibTrans" cxnId="{4C365D9B-8C31-4F1D-A1A0-9B9A73F1860B}">
      <dgm:prSet/>
      <dgm:spPr/>
      <dgm:t>
        <a:bodyPr/>
        <a:lstStyle/>
        <a:p>
          <a:endParaRPr lang="en-US"/>
        </a:p>
      </dgm:t>
    </dgm:pt>
    <dgm:pt modelId="{00D74DFF-C53E-4FB6-9005-4A29FC647B56}" type="pres">
      <dgm:prSet presAssocID="{AFBEE2EC-2DF5-42EB-A86E-B86168D35399}" presName="root" presStyleCnt="0">
        <dgm:presLayoutVars>
          <dgm:dir/>
          <dgm:resizeHandles val="exact"/>
        </dgm:presLayoutVars>
      </dgm:prSet>
      <dgm:spPr/>
    </dgm:pt>
    <dgm:pt modelId="{3C4D7D1D-150D-4195-915A-7B1D51AD8CEA}" type="pres">
      <dgm:prSet presAssocID="{1676094C-0690-487F-817A-268398299538}" presName="compNode" presStyleCnt="0"/>
      <dgm:spPr/>
    </dgm:pt>
    <dgm:pt modelId="{82021EA0-D4DC-4193-96E5-70E5066CB6AD}" type="pres">
      <dgm:prSet presAssocID="{1676094C-0690-487F-817A-268398299538}" presName="iconBgRect" presStyleLbl="bgShp" presStyleIdx="0" presStyleCnt="4"/>
      <dgm:spPr>
        <a:prstGeom prst="round2DiagRect">
          <a:avLst>
            <a:gd name="adj1" fmla="val 29727"/>
            <a:gd name="adj2" fmla="val 0"/>
          </a:avLst>
        </a:prstGeom>
      </dgm:spPr>
    </dgm:pt>
    <dgm:pt modelId="{55D08D30-523B-45CA-A004-D1DDC96E2F95}" type="pres">
      <dgm:prSet presAssocID="{1676094C-0690-487F-817A-26839829953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ipboard"/>
        </a:ext>
      </dgm:extLst>
    </dgm:pt>
    <dgm:pt modelId="{56F01589-906D-4908-B86E-73C5DE0205C4}" type="pres">
      <dgm:prSet presAssocID="{1676094C-0690-487F-817A-268398299538}" presName="spaceRect" presStyleCnt="0"/>
      <dgm:spPr/>
    </dgm:pt>
    <dgm:pt modelId="{64CCB7C8-C76A-4609-A95B-54E08E8F0F1B}" type="pres">
      <dgm:prSet presAssocID="{1676094C-0690-487F-817A-268398299538}" presName="textRect" presStyleLbl="revTx" presStyleIdx="0" presStyleCnt="4">
        <dgm:presLayoutVars>
          <dgm:chMax val="1"/>
          <dgm:chPref val="1"/>
        </dgm:presLayoutVars>
      </dgm:prSet>
      <dgm:spPr/>
    </dgm:pt>
    <dgm:pt modelId="{31C6D296-A74D-419B-B07F-8CD79661B0F3}" type="pres">
      <dgm:prSet presAssocID="{3C10B3B2-3E17-462E-82B7-931846A5A3DD}" presName="sibTrans" presStyleCnt="0"/>
      <dgm:spPr/>
    </dgm:pt>
    <dgm:pt modelId="{1C039AB4-8D69-458E-B65E-73152F7DE87A}" type="pres">
      <dgm:prSet presAssocID="{ED6CDAB6-3765-4908-AA77-97A6F3701F70}" presName="compNode" presStyleCnt="0"/>
      <dgm:spPr/>
    </dgm:pt>
    <dgm:pt modelId="{1A7C9C1F-6B26-483E-91BF-537AD11CCB79}" type="pres">
      <dgm:prSet presAssocID="{ED6CDAB6-3765-4908-AA77-97A6F3701F70}" presName="iconBgRect" presStyleLbl="bgShp" presStyleIdx="1" presStyleCnt="4"/>
      <dgm:spPr>
        <a:prstGeom prst="round2DiagRect">
          <a:avLst>
            <a:gd name="adj1" fmla="val 29727"/>
            <a:gd name="adj2" fmla="val 0"/>
          </a:avLst>
        </a:prstGeom>
      </dgm:spPr>
    </dgm:pt>
    <dgm:pt modelId="{DC127582-4BE1-4EE5-A075-4DDE7F3B7438}" type="pres">
      <dgm:prSet presAssocID="{ED6CDAB6-3765-4908-AA77-97A6F3701F7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436EC86F-3373-4ACF-B082-057D2D8E60A3}" type="pres">
      <dgm:prSet presAssocID="{ED6CDAB6-3765-4908-AA77-97A6F3701F70}" presName="spaceRect" presStyleCnt="0"/>
      <dgm:spPr/>
    </dgm:pt>
    <dgm:pt modelId="{0973386B-7CDF-4D62-AA1B-9A4DBECD25C1}" type="pres">
      <dgm:prSet presAssocID="{ED6CDAB6-3765-4908-AA77-97A6F3701F70}" presName="textRect" presStyleLbl="revTx" presStyleIdx="1" presStyleCnt="4">
        <dgm:presLayoutVars>
          <dgm:chMax val="1"/>
          <dgm:chPref val="1"/>
        </dgm:presLayoutVars>
      </dgm:prSet>
      <dgm:spPr/>
    </dgm:pt>
    <dgm:pt modelId="{E52F8375-E626-4B12-B5E1-1EE2C5EC2600}" type="pres">
      <dgm:prSet presAssocID="{84E1E905-38B4-49B1-83CB-A5CFD0DC5937}" presName="sibTrans" presStyleCnt="0"/>
      <dgm:spPr/>
    </dgm:pt>
    <dgm:pt modelId="{531B6A99-35C6-4AA8-99DB-AFA19DBC1133}" type="pres">
      <dgm:prSet presAssocID="{7E51010D-AFBE-4F72-928B-6A0EA6D46A5B}" presName="compNode" presStyleCnt="0"/>
      <dgm:spPr/>
    </dgm:pt>
    <dgm:pt modelId="{79EC7858-3B10-43CE-B53F-B8E54F6C6A93}" type="pres">
      <dgm:prSet presAssocID="{7E51010D-AFBE-4F72-928B-6A0EA6D46A5B}" presName="iconBgRect" presStyleLbl="bgShp" presStyleIdx="2" presStyleCnt="4"/>
      <dgm:spPr>
        <a:prstGeom prst="round2DiagRect">
          <a:avLst>
            <a:gd name="adj1" fmla="val 29727"/>
            <a:gd name="adj2" fmla="val 0"/>
          </a:avLst>
        </a:prstGeom>
      </dgm:spPr>
    </dgm:pt>
    <dgm:pt modelId="{B591F8DF-C06B-415F-A112-00899F0C02EF}" type="pres">
      <dgm:prSet presAssocID="{7E51010D-AFBE-4F72-928B-6A0EA6D46A5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15C32137-7DB7-4657-83EC-F8DC5A22EC84}" type="pres">
      <dgm:prSet presAssocID="{7E51010D-AFBE-4F72-928B-6A0EA6D46A5B}" presName="spaceRect" presStyleCnt="0"/>
      <dgm:spPr/>
    </dgm:pt>
    <dgm:pt modelId="{234A1808-E873-45A7-BF39-0BE457E3B1A2}" type="pres">
      <dgm:prSet presAssocID="{7E51010D-AFBE-4F72-928B-6A0EA6D46A5B}" presName="textRect" presStyleLbl="revTx" presStyleIdx="2" presStyleCnt="4">
        <dgm:presLayoutVars>
          <dgm:chMax val="1"/>
          <dgm:chPref val="1"/>
        </dgm:presLayoutVars>
      </dgm:prSet>
      <dgm:spPr/>
    </dgm:pt>
    <dgm:pt modelId="{A149A618-5D50-44C1-9B8C-F2164F15B425}" type="pres">
      <dgm:prSet presAssocID="{6BC6F4EC-8843-438E-80FE-3A01662BA62A}" presName="sibTrans" presStyleCnt="0"/>
      <dgm:spPr/>
    </dgm:pt>
    <dgm:pt modelId="{C6FCD46C-57C3-49DA-915E-3712FDD4A543}" type="pres">
      <dgm:prSet presAssocID="{FDB514DB-2E84-4B36-A52F-55213E29E897}" presName="compNode" presStyleCnt="0"/>
      <dgm:spPr/>
    </dgm:pt>
    <dgm:pt modelId="{59EA9E45-F974-4620-9B47-D51702EB1DB5}" type="pres">
      <dgm:prSet presAssocID="{FDB514DB-2E84-4B36-A52F-55213E29E897}" presName="iconBgRect" presStyleLbl="bgShp" presStyleIdx="3" presStyleCnt="4"/>
      <dgm:spPr>
        <a:prstGeom prst="round2DiagRect">
          <a:avLst>
            <a:gd name="adj1" fmla="val 29727"/>
            <a:gd name="adj2" fmla="val 0"/>
          </a:avLst>
        </a:prstGeom>
      </dgm:spPr>
    </dgm:pt>
    <dgm:pt modelId="{61777DB9-6B32-457D-95D6-0309C42DAC82}" type="pres">
      <dgm:prSet presAssocID="{FDB514DB-2E84-4B36-A52F-55213E29E89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F0D48F4F-6EA0-4CAA-AA9C-ECE82663785D}" type="pres">
      <dgm:prSet presAssocID="{FDB514DB-2E84-4B36-A52F-55213E29E897}" presName="spaceRect" presStyleCnt="0"/>
      <dgm:spPr/>
    </dgm:pt>
    <dgm:pt modelId="{4F7EFDD6-8348-4A5B-961E-6058D65C539F}" type="pres">
      <dgm:prSet presAssocID="{FDB514DB-2E84-4B36-A52F-55213E29E897}" presName="textRect" presStyleLbl="revTx" presStyleIdx="3" presStyleCnt="4">
        <dgm:presLayoutVars>
          <dgm:chMax val="1"/>
          <dgm:chPref val="1"/>
        </dgm:presLayoutVars>
      </dgm:prSet>
      <dgm:spPr/>
    </dgm:pt>
  </dgm:ptLst>
  <dgm:cxnLst>
    <dgm:cxn modelId="{244A5F28-5D44-4E4D-80B7-1753267244C8}" srcId="{AFBEE2EC-2DF5-42EB-A86E-B86168D35399}" destId="{7E51010D-AFBE-4F72-928B-6A0EA6D46A5B}" srcOrd="2" destOrd="0" parTransId="{84B89AA5-872E-4DEB-8A58-2E77345CC8CA}" sibTransId="{6BC6F4EC-8843-438E-80FE-3A01662BA62A}"/>
    <dgm:cxn modelId="{C49CCE5D-B86F-41D6-A613-6F3EB03C41A8}" type="presOf" srcId="{7E51010D-AFBE-4F72-928B-6A0EA6D46A5B}" destId="{234A1808-E873-45A7-BF39-0BE457E3B1A2}" srcOrd="0" destOrd="0" presId="urn:microsoft.com/office/officeart/2018/5/layout/IconLeafLabelList"/>
    <dgm:cxn modelId="{38049D62-2F90-47F2-98CD-CE210AF32790}" type="presOf" srcId="{AFBEE2EC-2DF5-42EB-A86E-B86168D35399}" destId="{00D74DFF-C53E-4FB6-9005-4A29FC647B56}" srcOrd="0" destOrd="0" presId="urn:microsoft.com/office/officeart/2018/5/layout/IconLeafLabelList"/>
    <dgm:cxn modelId="{6C64FA94-1922-45E4-B44C-D14D81E7DEB4}" type="presOf" srcId="{1676094C-0690-487F-817A-268398299538}" destId="{64CCB7C8-C76A-4609-A95B-54E08E8F0F1B}" srcOrd="0" destOrd="0" presId="urn:microsoft.com/office/officeart/2018/5/layout/IconLeafLabelList"/>
    <dgm:cxn modelId="{4C365D9B-8C31-4F1D-A1A0-9B9A73F1860B}" srcId="{AFBEE2EC-2DF5-42EB-A86E-B86168D35399}" destId="{FDB514DB-2E84-4B36-A52F-55213E29E897}" srcOrd="3" destOrd="0" parTransId="{F34F4FF6-A2A5-4167-BDD6-A3319E05B94F}" sibTransId="{4B8568AE-C52E-4F06-A422-C7910FC8AB42}"/>
    <dgm:cxn modelId="{DDDFA39F-35CE-4C87-AADB-4290D6CFF401}" srcId="{AFBEE2EC-2DF5-42EB-A86E-B86168D35399}" destId="{1676094C-0690-487F-817A-268398299538}" srcOrd="0" destOrd="0" parTransId="{5175AE16-D410-475E-94F5-E1C659FDEA63}" sibTransId="{3C10B3B2-3E17-462E-82B7-931846A5A3DD}"/>
    <dgm:cxn modelId="{473256A1-D6C1-4891-B191-AB346B966084}" type="presOf" srcId="{ED6CDAB6-3765-4908-AA77-97A6F3701F70}" destId="{0973386B-7CDF-4D62-AA1B-9A4DBECD25C1}" srcOrd="0" destOrd="0" presId="urn:microsoft.com/office/officeart/2018/5/layout/IconLeafLabelList"/>
    <dgm:cxn modelId="{5CE82EC3-BA99-4769-B898-64673BB33D7F}" type="presOf" srcId="{FDB514DB-2E84-4B36-A52F-55213E29E897}" destId="{4F7EFDD6-8348-4A5B-961E-6058D65C539F}" srcOrd="0" destOrd="0" presId="urn:microsoft.com/office/officeart/2018/5/layout/IconLeafLabelList"/>
    <dgm:cxn modelId="{B61301F2-B84D-4D61-BD9E-B642B1A6AF31}" srcId="{AFBEE2EC-2DF5-42EB-A86E-B86168D35399}" destId="{ED6CDAB6-3765-4908-AA77-97A6F3701F70}" srcOrd="1" destOrd="0" parTransId="{B43E63F3-224A-4E83-9107-C9D91ED9BF55}" sibTransId="{84E1E905-38B4-49B1-83CB-A5CFD0DC5937}"/>
    <dgm:cxn modelId="{7C31A670-0D46-4FC6-B639-EE984A021A50}" type="presParOf" srcId="{00D74DFF-C53E-4FB6-9005-4A29FC647B56}" destId="{3C4D7D1D-150D-4195-915A-7B1D51AD8CEA}" srcOrd="0" destOrd="0" presId="urn:microsoft.com/office/officeart/2018/5/layout/IconLeafLabelList"/>
    <dgm:cxn modelId="{BC6CBB7C-BCCA-480F-B144-A1132A8F9460}" type="presParOf" srcId="{3C4D7D1D-150D-4195-915A-7B1D51AD8CEA}" destId="{82021EA0-D4DC-4193-96E5-70E5066CB6AD}" srcOrd="0" destOrd="0" presId="urn:microsoft.com/office/officeart/2018/5/layout/IconLeafLabelList"/>
    <dgm:cxn modelId="{ADD05022-B318-4086-831C-7DFBAF95EBB9}" type="presParOf" srcId="{3C4D7D1D-150D-4195-915A-7B1D51AD8CEA}" destId="{55D08D30-523B-45CA-A004-D1DDC96E2F95}" srcOrd="1" destOrd="0" presId="urn:microsoft.com/office/officeart/2018/5/layout/IconLeafLabelList"/>
    <dgm:cxn modelId="{3F12C531-145E-4350-982E-00E7C80EBBC5}" type="presParOf" srcId="{3C4D7D1D-150D-4195-915A-7B1D51AD8CEA}" destId="{56F01589-906D-4908-B86E-73C5DE0205C4}" srcOrd="2" destOrd="0" presId="urn:microsoft.com/office/officeart/2018/5/layout/IconLeafLabelList"/>
    <dgm:cxn modelId="{62E8E5D3-0A7F-47C4-9EE2-BCF277426400}" type="presParOf" srcId="{3C4D7D1D-150D-4195-915A-7B1D51AD8CEA}" destId="{64CCB7C8-C76A-4609-A95B-54E08E8F0F1B}" srcOrd="3" destOrd="0" presId="urn:microsoft.com/office/officeart/2018/5/layout/IconLeafLabelList"/>
    <dgm:cxn modelId="{DF8E9D21-1290-434F-81C3-6B7EEF4CDC96}" type="presParOf" srcId="{00D74DFF-C53E-4FB6-9005-4A29FC647B56}" destId="{31C6D296-A74D-419B-B07F-8CD79661B0F3}" srcOrd="1" destOrd="0" presId="urn:microsoft.com/office/officeart/2018/5/layout/IconLeafLabelList"/>
    <dgm:cxn modelId="{1582F80E-9B45-48D1-97D6-481F291B0E7F}" type="presParOf" srcId="{00D74DFF-C53E-4FB6-9005-4A29FC647B56}" destId="{1C039AB4-8D69-458E-B65E-73152F7DE87A}" srcOrd="2" destOrd="0" presId="urn:microsoft.com/office/officeart/2018/5/layout/IconLeafLabelList"/>
    <dgm:cxn modelId="{8A2AA848-DFE1-49D4-A429-290953D48077}" type="presParOf" srcId="{1C039AB4-8D69-458E-B65E-73152F7DE87A}" destId="{1A7C9C1F-6B26-483E-91BF-537AD11CCB79}" srcOrd="0" destOrd="0" presId="urn:microsoft.com/office/officeart/2018/5/layout/IconLeafLabelList"/>
    <dgm:cxn modelId="{85F8FD40-61A4-4F0E-9117-39D5119025EC}" type="presParOf" srcId="{1C039AB4-8D69-458E-B65E-73152F7DE87A}" destId="{DC127582-4BE1-4EE5-A075-4DDE7F3B7438}" srcOrd="1" destOrd="0" presId="urn:microsoft.com/office/officeart/2018/5/layout/IconLeafLabelList"/>
    <dgm:cxn modelId="{AEFF862A-7106-42DF-90EE-0D4DC5118980}" type="presParOf" srcId="{1C039AB4-8D69-458E-B65E-73152F7DE87A}" destId="{436EC86F-3373-4ACF-B082-057D2D8E60A3}" srcOrd="2" destOrd="0" presId="urn:microsoft.com/office/officeart/2018/5/layout/IconLeafLabelList"/>
    <dgm:cxn modelId="{EA0E3EF0-B5B0-4CF0-8027-F798692B86B5}" type="presParOf" srcId="{1C039AB4-8D69-458E-B65E-73152F7DE87A}" destId="{0973386B-7CDF-4D62-AA1B-9A4DBECD25C1}" srcOrd="3" destOrd="0" presId="urn:microsoft.com/office/officeart/2018/5/layout/IconLeafLabelList"/>
    <dgm:cxn modelId="{AF72A170-78F0-4D98-A19C-97B0FD16BD29}" type="presParOf" srcId="{00D74DFF-C53E-4FB6-9005-4A29FC647B56}" destId="{E52F8375-E626-4B12-B5E1-1EE2C5EC2600}" srcOrd="3" destOrd="0" presId="urn:microsoft.com/office/officeart/2018/5/layout/IconLeafLabelList"/>
    <dgm:cxn modelId="{482F9F31-9BD7-4BE2-9667-6BA54FB514EB}" type="presParOf" srcId="{00D74DFF-C53E-4FB6-9005-4A29FC647B56}" destId="{531B6A99-35C6-4AA8-99DB-AFA19DBC1133}" srcOrd="4" destOrd="0" presId="urn:microsoft.com/office/officeart/2018/5/layout/IconLeafLabelList"/>
    <dgm:cxn modelId="{C9028BFA-4D4C-4BCD-8E9F-E311BCFD6F28}" type="presParOf" srcId="{531B6A99-35C6-4AA8-99DB-AFA19DBC1133}" destId="{79EC7858-3B10-43CE-B53F-B8E54F6C6A93}" srcOrd="0" destOrd="0" presId="urn:microsoft.com/office/officeart/2018/5/layout/IconLeafLabelList"/>
    <dgm:cxn modelId="{8FCDDF6D-BBE9-4F05-81C0-4AE56ECB14D0}" type="presParOf" srcId="{531B6A99-35C6-4AA8-99DB-AFA19DBC1133}" destId="{B591F8DF-C06B-415F-A112-00899F0C02EF}" srcOrd="1" destOrd="0" presId="urn:microsoft.com/office/officeart/2018/5/layout/IconLeafLabelList"/>
    <dgm:cxn modelId="{EC34489C-F1D2-4EC1-B51A-586321AF7C42}" type="presParOf" srcId="{531B6A99-35C6-4AA8-99DB-AFA19DBC1133}" destId="{15C32137-7DB7-4657-83EC-F8DC5A22EC84}" srcOrd="2" destOrd="0" presId="urn:microsoft.com/office/officeart/2018/5/layout/IconLeafLabelList"/>
    <dgm:cxn modelId="{199CF03D-5CC0-4B41-93ED-2946492BF333}" type="presParOf" srcId="{531B6A99-35C6-4AA8-99DB-AFA19DBC1133}" destId="{234A1808-E873-45A7-BF39-0BE457E3B1A2}" srcOrd="3" destOrd="0" presId="urn:microsoft.com/office/officeart/2018/5/layout/IconLeafLabelList"/>
    <dgm:cxn modelId="{F4E8AC18-C80A-40E7-99F9-8BDB23705BE7}" type="presParOf" srcId="{00D74DFF-C53E-4FB6-9005-4A29FC647B56}" destId="{A149A618-5D50-44C1-9B8C-F2164F15B425}" srcOrd="5" destOrd="0" presId="urn:microsoft.com/office/officeart/2018/5/layout/IconLeafLabelList"/>
    <dgm:cxn modelId="{A525AF89-4D7C-4404-ADC7-5316FCFCA68E}" type="presParOf" srcId="{00D74DFF-C53E-4FB6-9005-4A29FC647B56}" destId="{C6FCD46C-57C3-49DA-915E-3712FDD4A543}" srcOrd="6" destOrd="0" presId="urn:microsoft.com/office/officeart/2018/5/layout/IconLeafLabelList"/>
    <dgm:cxn modelId="{D9A1DD6A-D740-4F66-9FFC-64CEC549AAE8}" type="presParOf" srcId="{C6FCD46C-57C3-49DA-915E-3712FDD4A543}" destId="{59EA9E45-F974-4620-9B47-D51702EB1DB5}" srcOrd="0" destOrd="0" presId="urn:microsoft.com/office/officeart/2018/5/layout/IconLeafLabelList"/>
    <dgm:cxn modelId="{44F4549A-8577-4618-B8FE-BE5D8F5DD9EC}" type="presParOf" srcId="{C6FCD46C-57C3-49DA-915E-3712FDD4A543}" destId="{61777DB9-6B32-457D-95D6-0309C42DAC82}" srcOrd="1" destOrd="0" presId="urn:microsoft.com/office/officeart/2018/5/layout/IconLeafLabelList"/>
    <dgm:cxn modelId="{7438092A-6E0E-410F-9A7E-10E0DA164483}" type="presParOf" srcId="{C6FCD46C-57C3-49DA-915E-3712FDD4A543}" destId="{F0D48F4F-6EA0-4CAA-AA9C-ECE82663785D}" srcOrd="2" destOrd="0" presId="urn:microsoft.com/office/officeart/2018/5/layout/IconLeafLabelList"/>
    <dgm:cxn modelId="{9A782F26-3F95-49F2-BAEA-EE3B8CCCFD38}" type="presParOf" srcId="{C6FCD46C-57C3-49DA-915E-3712FDD4A543}" destId="{4F7EFDD6-8348-4A5B-961E-6058D65C539F}"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F53A3EA-0701-4483-A937-8552FFAFBE9A}"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D6F1450E-936C-4572-BCF2-0E34158D0877}">
      <dgm:prSet/>
      <dgm:spPr/>
      <dgm:t>
        <a:bodyPr/>
        <a:lstStyle/>
        <a:p>
          <a:r>
            <a:rPr lang="en-US"/>
            <a:t>• Contract incentives</a:t>
          </a:r>
        </a:p>
      </dgm:t>
    </dgm:pt>
    <dgm:pt modelId="{006474E1-7D31-495A-A0CE-C66E3B730716}" type="parTrans" cxnId="{3131E6EA-24AC-4E91-96FF-8DDF23F661F8}">
      <dgm:prSet/>
      <dgm:spPr/>
      <dgm:t>
        <a:bodyPr/>
        <a:lstStyle/>
        <a:p>
          <a:endParaRPr lang="en-US"/>
        </a:p>
      </dgm:t>
    </dgm:pt>
    <dgm:pt modelId="{19888BCA-2DA0-4EF5-99F5-ECADF5FEA4A6}" type="sibTrans" cxnId="{3131E6EA-24AC-4E91-96FF-8DDF23F661F8}">
      <dgm:prSet/>
      <dgm:spPr/>
      <dgm:t>
        <a:bodyPr/>
        <a:lstStyle/>
        <a:p>
          <a:endParaRPr lang="en-US"/>
        </a:p>
      </dgm:t>
    </dgm:pt>
    <dgm:pt modelId="{0C966C70-3A91-406A-BB0D-19929F5ACA13}">
      <dgm:prSet/>
      <dgm:spPr/>
      <dgm:t>
        <a:bodyPr/>
        <a:lstStyle/>
        <a:p>
          <a:r>
            <a:rPr lang="en-US"/>
            <a:t>• Improve fiber service</a:t>
          </a:r>
        </a:p>
      </dgm:t>
    </dgm:pt>
    <dgm:pt modelId="{26E34D65-9327-461C-A1F9-EE5CB5DA17F7}" type="parTrans" cxnId="{1189E212-E4A3-4352-B80D-4A5B3A466E5A}">
      <dgm:prSet/>
      <dgm:spPr/>
      <dgm:t>
        <a:bodyPr/>
        <a:lstStyle/>
        <a:p>
          <a:endParaRPr lang="en-US"/>
        </a:p>
      </dgm:t>
    </dgm:pt>
    <dgm:pt modelId="{A7DA7F33-8BB8-472C-965D-6F259663399C}" type="sibTrans" cxnId="{1189E212-E4A3-4352-B80D-4A5B3A466E5A}">
      <dgm:prSet/>
      <dgm:spPr/>
      <dgm:t>
        <a:bodyPr/>
        <a:lstStyle/>
        <a:p>
          <a:endParaRPr lang="en-US"/>
        </a:p>
      </dgm:t>
    </dgm:pt>
    <dgm:pt modelId="{CCFAE9A0-FFAC-4D90-BD27-BE64350B96FE}">
      <dgm:prSet/>
      <dgm:spPr/>
      <dgm:t>
        <a:bodyPr/>
        <a:lstStyle/>
        <a:p>
          <a:r>
            <a:rPr lang="en-US"/>
            <a:t>• Early onboarding</a:t>
          </a:r>
        </a:p>
      </dgm:t>
    </dgm:pt>
    <dgm:pt modelId="{BC7FEE18-5BAD-4C67-B20B-078F0A9BE786}" type="parTrans" cxnId="{9D65A25C-365D-4198-9667-164DC266C1EE}">
      <dgm:prSet/>
      <dgm:spPr/>
      <dgm:t>
        <a:bodyPr/>
        <a:lstStyle/>
        <a:p>
          <a:endParaRPr lang="en-US"/>
        </a:p>
      </dgm:t>
    </dgm:pt>
    <dgm:pt modelId="{C36E3891-3870-443F-9166-56C126F1E205}" type="sibTrans" cxnId="{9D65A25C-365D-4198-9667-164DC266C1EE}">
      <dgm:prSet/>
      <dgm:spPr/>
      <dgm:t>
        <a:bodyPr/>
        <a:lstStyle/>
        <a:p>
          <a:endParaRPr lang="en-US"/>
        </a:p>
      </dgm:t>
    </dgm:pt>
    <dgm:pt modelId="{B3410A96-6172-4DD4-A1A2-5AF4F29D828E}">
      <dgm:prSet/>
      <dgm:spPr/>
      <dgm:t>
        <a:bodyPr/>
        <a:lstStyle/>
        <a:p>
          <a:r>
            <a:rPr lang="en-US"/>
            <a:t>• Pricing review</a:t>
          </a:r>
        </a:p>
      </dgm:t>
    </dgm:pt>
    <dgm:pt modelId="{9872B21A-77D2-4217-AC6B-B4BDEFB49136}" type="parTrans" cxnId="{0A5DEC3A-0D99-46E2-AF72-330142A884DF}">
      <dgm:prSet/>
      <dgm:spPr/>
      <dgm:t>
        <a:bodyPr/>
        <a:lstStyle/>
        <a:p>
          <a:endParaRPr lang="en-US"/>
        </a:p>
      </dgm:t>
    </dgm:pt>
    <dgm:pt modelId="{3AEA9420-0338-404A-A12B-CD607A323120}" type="sibTrans" cxnId="{0A5DEC3A-0D99-46E2-AF72-330142A884DF}">
      <dgm:prSet/>
      <dgm:spPr/>
      <dgm:t>
        <a:bodyPr/>
        <a:lstStyle/>
        <a:p>
          <a:endParaRPr lang="en-US"/>
        </a:p>
      </dgm:t>
    </dgm:pt>
    <dgm:pt modelId="{7F686FA5-69F5-483A-A0F2-6B3716C4E41D}" type="pres">
      <dgm:prSet presAssocID="{2F53A3EA-0701-4483-A937-8552FFAFBE9A}" presName="outerComposite" presStyleCnt="0">
        <dgm:presLayoutVars>
          <dgm:chMax val="5"/>
          <dgm:dir/>
          <dgm:resizeHandles val="exact"/>
        </dgm:presLayoutVars>
      </dgm:prSet>
      <dgm:spPr/>
    </dgm:pt>
    <dgm:pt modelId="{298F3CF3-A58E-41F4-964B-152D23757552}" type="pres">
      <dgm:prSet presAssocID="{2F53A3EA-0701-4483-A937-8552FFAFBE9A}" presName="dummyMaxCanvas" presStyleCnt="0">
        <dgm:presLayoutVars/>
      </dgm:prSet>
      <dgm:spPr/>
    </dgm:pt>
    <dgm:pt modelId="{1E28F2E1-F8E7-4EF7-9113-D7FE20848621}" type="pres">
      <dgm:prSet presAssocID="{2F53A3EA-0701-4483-A937-8552FFAFBE9A}" presName="FourNodes_1" presStyleLbl="node1" presStyleIdx="0" presStyleCnt="4">
        <dgm:presLayoutVars>
          <dgm:bulletEnabled val="1"/>
        </dgm:presLayoutVars>
      </dgm:prSet>
      <dgm:spPr/>
    </dgm:pt>
    <dgm:pt modelId="{66D25CBF-B676-4BE4-97E3-ED9B574F31FB}" type="pres">
      <dgm:prSet presAssocID="{2F53A3EA-0701-4483-A937-8552FFAFBE9A}" presName="FourNodes_2" presStyleLbl="node1" presStyleIdx="1" presStyleCnt="4">
        <dgm:presLayoutVars>
          <dgm:bulletEnabled val="1"/>
        </dgm:presLayoutVars>
      </dgm:prSet>
      <dgm:spPr/>
    </dgm:pt>
    <dgm:pt modelId="{88A49D02-730D-4466-B7D9-BF6A09D468F0}" type="pres">
      <dgm:prSet presAssocID="{2F53A3EA-0701-4483-A937-8552FFAFBE9A}" presName="FourNodes_3" presStyleLbl="node1" presStyleIdx="2" presStyleCnt="4">
        <dgm:presLayoutVars>
          <dgm:bulletEnabled val="1"/>
        </dgm:presLayoutVars>
      </dgm:prSet>
      <dgm:spPr/>
    </dgm:pt>
    <dgm:pt modelId="{9C7F115F-6952-4278-9C90-5BE2BB7F87FA}" type="pres">
      <dgm:prSet presAssocID="{2F53A3EA-0701-4483-A937-8552FFAFBE9A}" presName="FourNodes_4" presStyleLbl="node1" presStyleIdx="3" presStyleCnt="4">
        <dgm:presLayoutVars>
          <dgm:bulletEnabled val="1"/>
        </dgm:presLayoutVars>
      </dgm:prSet>
      <dgm:spPr/>
    </dgm:pt>
    <dgm:pt modelId="{F5E6FE3C-FAA9-405C-968E-E966DBF35250}" type="pres">
      <dgm:prSet presAssocID="{2F53A3EA-0701-4483-A937-8552FFAFBE9A}" presName="FourConn_1-2" presStyleLbl="fgAccFollowNode1" presStyleIdx="0" presStyleCnt="3">
        <dgm:presLayoutVars>
          <dgm:bulletEnabled val="1"/>
        </dgm:presLayoutVars>
      </dgm:prSet>
      <dgm:spPr/>
    </dgm:pt>
    <dgm:pt modelId="{2200557B-C184-416C-B5AF-417480361E97}" type="pres">
      <dgm:prSet presAssocID="{2F53A3EA-0701-4483-A937-8552FFAFBE9A}" presName="FourConn_2-3" presStyleLbl="fgAccFollowNode1" presStyleIdx="1" presStyleCnt="3">
        <dgm:presLayoutVars>
          <dgm:bulletEnabled val="1"/>
        </dgm:presLayoutVars>
      </dgm:prSet>
      <dgm:spPr/>
    </dgm:pt>
    <dgm:pt modelId="{762C948B-BA99-404F-B771-FD1E2C2AD53B}" type="pres">
      <dgm:prSet presAssocID="{2F53A3EA-0701-4483-A937-8552FFAFBE9A}" presName="FourConn_3-4" presStyleLbl="fgAccFollowNode1" presStyleIdx="2" presStyleCnt="3">
        <dgm:presLayoutVars>
          <dgm:bulletEnabled val="1"/>
        </dgm:presLayoutVars>
      </dgm:prSet>
      <dgm:spPr/>
    </dgm:pt>
    <dgm:pt modelId="{33E24CB3-0C77-455E-B513-A46A40257774}" type="pres">
      <dgm:prSet presAssocID="{2F53A3EA-0701-4483-A937-8552FFAFBE9A}" presName="FourNodes_1_text" presStyleLbl="node1" presStyleIdx="3" presStyleCnt="4">
        <dgm:presLayoutVars>
          <dgm:bulletEnabled val="1"/>
        </dgm:presLayoutVars>
      </dgm:prSet>
      <dgm:spPr/>
    </dgm:pt>
    <dgm:pt modelId="{7D4BE193-51D7-4434-A615-5D44DF33A434}" type="pres">
      <dgm:prSet presAssocID="{2F53A3EA-0701-4483-A937-8552FFAFBE9A}" presName="FourNodes_2_text" presStyleLbl="node1" presStyleIdx="3" presStyleCnt="4">
        <dgm:presLayoutVars>
          <dgm:bulletEnabled val="1"/>
        </dgm:presLayoutVars>
      </dgm:prSet>
      <dgm:spPr/>
    </dgm:pt>
    <dgm:pt modelId="{02654FE1-66F9-46B3-90AF-DBA958FF764B}" type="pres">
      <dgm:prSet presAssocID="{2F53A3EA-0701-4483-A937-8552FFAFBE9A}" presName="FourNodes_3_text" presStyleLbl="node1" presStyleIdx="3" presStyleCnt="4">
        <dgm:presLayoutVars>
          <dgm:bulletEnabled val="1"/>
        </dgm:presLayoutVars>
      </dgm:prSet>
      <dgm:spPr/>
    </dgm:pt>
    <dgm:pt modelId="{F29CCCF0-F448-4B02-94AC-56A0BBD578EE}" type="pres">
      <dgm:prSet presAssocID="{2F53A3EA-0701-4483-A937-8552FFAFBE9A}" presName="FourNodes_4_text" presStyleLbl="node1" presStyleIdx="3" presStyleCnt="4">
        <dgm:presLayoutVars>
          <dgm:bulletEnabled val="1"/>
        </dgm:presLayoutVars>
      </dgm:prSet>
      <dgm:spPr/>
    </dgm:pt>
  </dgm:ptLst>
  <dgm:cxnLst>
    <dgm:cxn modelId="{1189E212-E4A3-4352-B80D-4A5B3A466E5A}" srcId="{2F53A3EA-0701-4483-A937-8552FFAFBE9A}" destId="{0C966C70-3A91-406A-BB0D-19929F5ACA13}" srcOrd="1" destOrd="0" parTransId="{26E34D65-9327-461C-A1F9-EE5CB5DA17F7}" sibTransId="{A7DA7F33-8BB8-472C-965D-6F259663399C}"/>
    <dgm:cxn modelId="{0A5DEC3A-0D99-46E2-AF72-330142A884DF}" srcId="{2F53A3EA-0701-4483-A937-8552FFAFBE9A}" destId="{B3410A96-6172-4DD4-A1A2-5AF4F29D828E}" srcOrd="3" destOrd="0" parTransId="{9872B21A-77D2-4217-AC6B-B4BDEFB49136}" sibTransId="{3AEA9420-0338-404A-A12B-CD607A323120}"/>
    <dgm:cxn modelId="{358B7B3C-88EA-418D-BB74-A78CA94DF472}" type="presOf" srcId="{2F53A3EA-0701-4483-A937-8552FFAFBE9A}" destId="{7F686FA5-69F5-483A-A0F2-6B3716C4E41D}" srcOrd="0" destOrd="0" presId="urn:microsoft.com/office/officeart/2005/8/layout/vProcess5"/>
    <dgm:cxn modelId="{9D65A25C-365D-4198-9667-164DC266C1EE}" srcId="{2F53A3EA-0701-4483-A937-8552FFAFBE9A}" destId="{CCFAE9A0-FFAC-4D90-BD27-BE64350B96FE}" srcOrd="2" destOrd="0" parTransId="{BC7FEE18-5BAD-4C67-B20B-078F0A9BE786}" sibTransId="{C36E3891-3870-443F-9166-56C126F1E205}"/>
    <dgm:cxn modelId="{6173335E-E504-4659-9180-9E0AA8502779}" type="presOf" srcId="{B3410A96-6172-4DD4-A1A2-5AF4F29D828E}" destId="{F29CCCF0-F448-4B02-94AC-56A0BBD578EE}" srcOrd="1" destOrd="0" presId="urn:microsoft.com/office/officeart/2005/8/layout/vProcess5"/>
    <dgm:cxn modelId="{A656EE96-4403-4627-94B7-B32433FCF525}" type="presOf" srcId="{D6F1450E-936C-4572-BCF2-0E34158D0877}" destId="{33E24CB3-0C77-455E-B513-A46A40257774}" srcOrd="1" destOrd="0" presId="urn:microsoft.com/office/officeart/2005/8/layout/vProcess5"/>
    <dgm:cxn modelId="{C68FC3A7-C942-4542-A142-E5962D38D3FE}" type="presOf" srcId="{0C966C70-3A91-406A-BB0D-19929F5ACA13}" destId="{66D25CBF-B676-4BE4-97E3-ED9B574F31FB}" srcOrd="0" destOrd="0" presId="urn:microsoft.com/office/officeart/2005/8/layout/vProcess5"/>
    <dgm:cxn modelId="{DDE2DABA-14A0-47B2-811D-BBD439287417}" type="presOf" srcId="{B3410A96-6172-4DD4-A1A2-5AF4F29D828E}" destId="{9C7F115F-6952-4278-9C90-5BE2BB7F87FA}" srcOrd="0" destOrd="0" presId="urn:microsoft.com/office/officeart/2005/8/layout/vProcess5"/>
    <dgm:cxn modelId="{CF50E7C0-D3A4-446B-AEFC-6547E596769A}" type="presOf" srcId="{0C966C70-3A91-406A-BB0D-19929F5ACA13}" destId="{7D4BE193-51D7-4434-A615-5D44DF33A434}" srcOrd="1" destOrd="0" presId="urn:microsoft.com/office/officeart/2005/8/layout/vProcess5"/>
    <dgm:cxn modelId="{EF3B2FCB-BFC0-430F-9AFA-D95899C1E690}" type="presOf" srcId="{A7DA7F33-8BB8-472C-965D-6F259663399C}" destId="{2200557B-C184-416C-B5AF-417480361E97}" srcOrd="0" destOrd="0" presId="urn:microsoft.com/office/officeart/2005/8/layout/vProcess5"/>
    <dgm:cxn modelId="{BB68B8CC-ADF2-4C3B-8A58-4729377B2386}" type="presOf" srcId="{D6F1450E-936C-4572-BCF2-0E34158D0877}" destId="{1E28F2E1-F8E7-4EF7-9113-D7FE20848621}" srcOrd="0" destOrd="0" presId="urn:microsoft.com/office/officeart/2005/8/layout/vProcess5"/>
    <dgm:cxn modelId="{28627EDA-32D6-4D06-B354-6B221367FA54}" type="presOf" srcId="{C36E3891-3870-443F-9166-56C126F1E205}" destId="{762C948B-BA99-404F-B771-FD1E2C2AD53B}" srcOrd="0" destOrd="0" presId="urn:microsoft.com/office/officeart/2005/8/layout/vProcess5"/>
    <dgm:cxn modelId="{F8CD8AE7-8EEA-486F-B8AB-D5B62B1DB848}" type="presOf" srcId="{CCFAE9A0-FFAC-4D90-BD27-BE64350B96FE}" destId="{02654FE1-66F9-46B3-90AF-DBA958FF764B}" srcOrd="1" destOrd="0" presId="urn:microsoft.com/office/officeart/2005/8/layout/vProcess5"/>
    <dgm:cxn modelId="{3131E6EA-24AC-4E91-96FF-8DDF23F661F8}" srcId="{2F53A3EA-0701-4483-A937-8552FFAFBE9A}" destId="{D6F1450E-936C-4572-BCF2-0E34158D0877}" srcOrd="0" destOrd="0" parTransId="{006474E1-7D31-495A-A0CE-C66E3B730716}" sibTransId="{19888BCA-2DA0-4EF5-99F5-ECADF5FEA4A6}"/>
    <dgm:cxn modelId="{6C32EEEB-EF37-4F51-851D-095DCD93A360}" type="presOf" srcId="{CCFAE9A0-FFAC-4D90-BD27-BE64350B96FE}" destId="{88A49D02-730D-4466-B7D9-BF6A09D468F0}" srcOrd="0" destOrd="0" presId="urn:microsoft.com/office/officeart/2005/8/layout/vProcess5"/>
    <dgm:cxn modelId="{B6FED5ED-F7A0-4116-BEC6-DE1490DA896B}" type="presOf" srcId="{19888BCA-2DA0-4EF5-99F5-ECADF5FEA4A6}" destId="{F5E6FE3C-FAA9-405C-968E-E966DBF35250}" srcOrd="0" destOrd="0" presId="urn:microsoft.com/office/officeart/2005/8/layout/vProcess5"/>
    <dgm:cxn modelId="{2D1F2AA5-A463-43FA-A350-DA1E34BC7F99}" type="presParOf" srcId="{7F686FA5-69F5-483A-A0F2-6B3716C4E41D}" destId="{298F3CF3-A58E-41F4-964B-152D23757552}" srcOrd="0" destOrd="0" presId="urn:microsoft.com/office/officeart/2005/8/layout/vProcess5"/>
    <dgm:cxn modelId="{A2E64348-B25B-4AC1-993D-DE241AF6CB92}" type="presParOf" srcId="{7F686FA5-69F5-483A-A0F2-6B3716C4E41D}" destId="{1E28F2E1-F8E7-4EF7-9113-D7FE20848621}" srcOrd="1" destOrd="0" presId="urn:microsoft.com/office/officeart/2005/8/layout/vProcess5"/>
    <dgm:cxn modelId="{F9D7F5D4-9FB7-4591-B0E8-70A2D345013D}" type="presParOf" srcId="{7F686FA5-69F5-483A-A0F2-6B3716C4E41D}" destId="{66D25CBF-B676-4BE4-97E3-ED9B574F31FB}" srcOrd="2" destOrd="0" presId="urn:microsoft.com/office/officeart/2005/8/layout/vProcess5"/>
    <dgm:cxn modelId="{C10E8910-5D52-43F2-89B5-4420410B242A}" type="presParOf" srcId="{7F686FA5-69F5-483A-A0F2-6B3716C4E41D}" destId="{88A49D02-730D-4466-B7D9-BF6A09D468F0}" srcOrd="3" destOrd="0" presId="urn:microsoft.com/office/officeart/2005/8/layout/vProcess5"/>
    <dgm:cxn modelId="{8F67B4A0-ABB7-4D79-B328-EFBEA0B2E026}" type="presParOf" srcId="{7F686FA5-69F5-483A-A0F2-6B3716C4E41D}" destId="{9C7F115F-6952-4278-9C90-5BE2BB7F87FA}" srcOrd="4" destOrd="0" presId="urn:microsoft.com/office/officeart/2005/8/layout/vProcess5"/>
    <dgm:cxn modelId="{11C814E5-E3D7-402A-A073-DFEB95AB99E1}" type="presParOf" srcId="{7F686FA5-69F5-483A-A0F2-6B3716C4E41D}" destId="{F5E6FE3C-FAA9-405C-968E-E966DBF35250}" srcOrd="5" destOrd="0" presId="urn:microsoft.com/office/officeart/2005/8/layout/vProcess5"/>
    <dgm:cxn modelId="{A87EB352-634E-46E3-B611-A42C13D51C5D}" type="presParOf" srcId="{7F686FA5-69F5-483A-A0F2-6B3716C4E41D}" destId="{2200557B-C184-416C-B5AF-417480361E97}" srcOrd="6" destOrd="0" presId="urn:microsoft.com/office/officeart/2005/8/layout/vProcess5"/>
    <dgm:cxn modelId="{81C8E846-9EDE-4099-BC2B-656A19E9D137}" type="presParOf" srcId="{7F686FA5-69F5-483A-A0F2-6B3716C4E41D}" destId="{762C948B-BA99-404F-B771-FD1E2C2AD53B}" srcOrd="7" destOrd="0" presId="urn:microsoft.com/office/officeart/2005/8/layout/vProcess5"/>
    <dgm:cxn modelId="{EA36473B-0B93-42D6-878B-D8821AC48E18}" type="presParOf" srcId="{7F686FA5-69F5-483A-A0F2-6B3716C4E41D}" destId="{33E24CB3-0C77-455E-B513-A46A40257774}" srcOrd="8" destOrd="0" presId="urn:microsoft.com/office/officeart/2005/8/layout/vProcess5"/>
    <dgm:cxn modelId="{1A0E7C80-9A07-4B06-A4B9-C9F01E87682B}" type="presParOf" srcId="{7F686FA5-69F5-483A-A0F2-6B3716C4E41D}" destId="{7D4BE193-51D7-4434-A615-5D44DF33A434}" srcOrd="9" destOrd="0" presId="urn:microsoft.com/office/officeart/2005/8/layout/vProcess5"/>
    <dgm:cxn modelId="{B773FC2A-BBA9-484C-91BF-84AB45D6F652}" type="presParOf" srcId="{7F686FA5-69F5-483A-A0F2-6B3716C4E41D}" destId="{02654FE1-66F9-46B3-90AF-DBA958FF764B}" srcOrd="10" destOrd="0" presId="urn:microsoft.com/office/officeart/2005/8/layout/vProcess5"/>
    <dgm:cxn modelId="{8DAB8586-1774-4D52-A94A-F044CB237A59}" type="presParOf" srcId="{7F686FA5-69F5-483A-A0F2-6B3716C4E41D}" destId="{F29CCCF0-F448-4B02-94AC-56A0BBD578EE}"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B7609C0-1D94-4567-9F7E-264B6A79D90C}" type="doc">
      <dgm:prSet loTypeId="urn:microsoft.com/office/officeart/2008/layout/LinedList" loCatId="list" qsTypeId="urn:microsoft.com/office/officeart/2005/8/quickstyle/simple4" qsCatId="simple" csTypeId="urn:microsoft.com/office/officeart/2005/8/colors/colorful5" csCatId="colorful"/>
      <dgm:spPr/>
      <dgm:t>
        <a:bodyPr/>
        <a:lstStyle/>
        <a:p>
          <a:endParaRPr lang="en-US"/>
        </a:p>
      </dgm:t>
    </dgm:pt>
    <dgm:pt modelId="{ECD46319-E6CC-477F-90EF-775F7C3F8556}">
      <dgm:prSet/>
      <dgm:spPr/>
      <dgm:t>
        <a:bodyPr/>
        <a:lstStyle/>
        <a:p>
          <a:r>
            <a:rPr lang="en-US"/>
            <a:t>• Deploy dashboard</a:t>
          </a:r>
        </a:p>
      </dgm:t>
    </dgm:pt>
    <dgm:pt modelId="{8A84C9DF-1676-4FB4-9A8E-26D71C4702B7}" type="parTrans" cxnId="{DE77CD6B-A46B-4BE3-9D4F-11DE1FA4BEC7}">
      <dgm:prSet/>
      <dgm:spPr/>
      <dgm:t>
        <a:bodyPr/>
        <a:lstStyle/>
        <a:p>
          <a:endParaRPr lang="en-US"/>
        </a:p>
      </dgm:t>
    </dgm:pt>
    <dgm:pt modelId="{996C5118-C68F-4F52-AF35-68D43AD30D51}" type="sibTrans" cxnId="{DE77CD6B-A46B-4BE3-9D4F-11DE1FA4BEC7}">
      <dgm:prSet/>
      <dgm:spPr/>
      <dgm:t>
        <a:bodyPr/>
        <a:lstStyle/>
        <a:p>
          <a:endParaRPr lang="en-US"/>
        </a:p>
      </dgm:t>
    </dgm:pt>
    <dgm:pt modelId="{16D0A593-3F5D-41FD-980F-D931D59E1426}">
      <dgm:prSet/>
      <dgm:spPr/>
      <dgm:t>
        <a:bodyPr/>
        <a:lstStyle/>
        <a:p>
          <a:r>
            <a:rPr lang="en-US"/>
            <a:t>• Implement strategies</a:t>
          </a:r>
        </a:p>
      </dgm:t>
    </dgm:pt>
    <dgm:pt modelId="{B07CC7DA-6BE3-443A-8A52-8FFBBE9EAF5A}" type="parTrans" cxnId="{A5F2E9AE-1600-4A32-BF22-4204AF555A30}">
      <dgm:prSet/>
      <dgm:spPr/>
      <dgm:t>
        <a:bodyPr/>
        <a:lstStyle/>
        <a:p>
          <a:endParaRPr lang="en-US"/>
        </a:p>
      </dgm:t>
    </dgm:pt>
    <dgm:pt modelId="{AD9EB818-11D3-4960-8797-320079DF8AED}" type="sibTrans" cxnId="{A5F2E9AE-1600-4A32-BF22-4204AF555A30}">
      <dgm:prSet/>
      <dgm:spPr/>
      <dgm:t>
        <a:bodyPr/>
        <a:lstStyle/>
        <a:p>
          <a:endParaRPr lang="en-US"/>
        </a:p>
      </dgm:t>
    </dgm:pt>
    <dgm:pt modelId="{800725D5-DE09-4D1F-B498-5BF7EAE20812}">
      <dgm:prSet/>
      <dgm:spPr/>
      <dgm:t>
        <a:bodyPr/>
        <a:lstStyle/>
        <a:p>
          <a:r>
            <a:rPr lang="en-US"/>
            <a:t>• Monitor &amp; retrain model</a:t>
          </a:r>
        </a:p>
      </dgm:t>
    </dgm:pt>
    <dgm:pt modelId="{961A4190-E3C4-4DCB-9899-8217201FFE2C}" type="parTrans" cxnId="{0EDCB056-EF90-4E20-A124-0D45E4DAE4F4}">
      <dgm:prSet/>
      <dgm:spPr/>
      <dgm:t>
        <a:bodyPr/>
        <a:lstStyle/>
        <a:p>
          <a:endParaRPr lang="en-US"/>
        </a:p>
      </dgm:t>
    </dgm:pt>
    <dgm:pt modelId="{A009CA15-D515-4AE5-86E9-7545CEFDC8BF}" type="sibTrans" cxnId="{0EDCB056-EF90-4E20-A124-0D45E4DAE4F4}">
      <dgm:prSet/>
      <dgm:spPr/>
      <dgm:t>
        <a:bodyPr/>
        <a:lstStyle/>
        <a:p>
          <a:endParaRPr lang="en-US"/>
        </a:p>
      </dgm:t>
    </dgm:pt>
    <dgm:pt modelId="{700F6A90-58DC-4E9F-A478-4550AADD1EEC}" type="pres">
      <dgm:prSet presAssocID="{7B7609C0-1D94-4567-9F7E-264B6A79D90C}" presName="vert0" presStyleCnt="0">
        <dgm:presLayoutVars>
          <dgm:dir/>
          <dgm:animOne val="branch"/>
          <dgm:animLvl val="lvl"/>
        </dgm:presLayoutVars>
      </dgm:prSet>
      <dgm:spPr/>
    </dgm:pt>
    <dgm:pt modelId="{60BD4EAF-E29C-4D96-BEC2-F14500358E46}" type="pres">
      <dgm:prSet presAssocID="{ECD46319-E6CC-477F-90EF-775F7C3F8556}" presName="thickLine" presStyleLbl="alignNode1" presStyleIdx="0" presStyleCnt="3"/>
      <dgm:spPr/>
    </dgm:pt>
    <dgm:pt modelId="{964E9302-A800-41E4-84CA-8D4E29094773}" type="pres">
      <dgm:prSet presAssocID="{ECD46319-E6CC-477F-90EF-775F7C3F8556}" presName="horz1" presStyleCnt="0"/>
      <dgm:spPr/>
    </dgm:pt>
    <dgm:pt modelId="{656ED82F-1A67-43FC-8371-FFD7E69F4550}" type="pres">
      <dgm:prSet presAssocID="{ECD46319-E6CC-477F-90EF-775F7C3F8556}" presName="tx1" presStyleLbl="revTx" presStyleIdx="0" presStyleCnt="3"/>
      <dgm:spPr/>
    </dgm:pt>
    <dgm:pt modelId="{FF0C1E0A-2DB7-48E5-967D-D8E6CB7605CB}" type="pres">
      <dgm:prSet presAssocID="{ECD46319-E6CC-477F-90EF-775F7C3F8556}" presName="vert1" presStyleCnt="0"/>
      <dgm:spPr/>
    </dgm:pt>
    <dgm:pt modelId="{FBDF514B-863A-46A4-B9E3-7780F5DB03E4}" type="pres">
      <dgm:prSet presAssocID="{16D0A593-3F5D-41FD-980F-D931D59E1426}" presName="thickLine" presStyleLbl="alignNode1" presStyleIdx="1" presStyleCnt="3"/>
      <dgm:spPr/>
    </dgm:pt>
    <dgm:pt modelId="{20BAD64D-8789-4116-B49F-DC471C612481}" type="pres">
      <dgm:prSet presAssocID="{16D0A593-3F5D-41FD-980F-D931D59E1426}" presName="horz1" presStyleCnt="0"/>
      <dgm:spPr/>
    </dgm:pt>
    <dgm:pt modelId="{27D8A4E9-6F26-4464-84D6-24626F575A60}" type="pres">
      <dgm:prSet presAssocID="{16D0A593-3F5D-41FD-980F-D931D59E1426}" presName="tx1" presStyleLbl="revTx" presStyleIdx="1" presStyleCnt="3"/>
      <dgm:spPr/>
    </dgm:pt>
    <dgm:pt modelId="{E9F87C5D-84E4-4557-A17D-1EEC48D75687}" type="pres">
      <dgm:prSet presAssocID="{16D0A593-3F5D-41FD-980F-D931D59E1426}" presName="vert1" presStyleCnt="0"/>
      <dgm:spPr/>
    </dgm:pt>
    <dgm:pt modelId="{F2C52C70-FA90-4ECA-A3E1-5B16727BF154}" type="pres">
      <dgm:prSet presAssocID="{800725D5-DE09-4D1F-B498-5BF7EAE20812}" presName="thickLine" presStyleLbl="alignNode1" presStyleIdx="2" presStyleCnt="3"/>
      <dgm:spPr/>
    </dgm:pt>
    <dgm:pt modelId="{2F5469E8-0E02-4A97-86AA-D4EC82BAF33A}" type="pres">
      <dgm:prSet presAssocID="{800725D5-DE09-4D1F-B498-5BF7EAE20812}" presName="horz1" presStyleCnt="0"/>
      <dgm:spPr/>
    </dgm:pt>
    <dgm:pt modelId="{095E07BB-C629-4F72-AD34-9B257443D96C}" type="pres">
      <dgm:prSet presAssocID="{800725D5-DE09-4D1F-B498-5BF7EAE20812}" presName="tx1" presStyleLbl="revTx" presStyleIdx="2" presStyleCnt="3"/>
      <dgm:spPr/>
    </dgm:pt>
    <dgm:pt modelId="{90C4827E-F864-43FD-867F-7AE80E486CD0}" type="pres">
      <dgm:prSet presAssocID="{800725D5-DE09-4D1F-B498-5BF7EAE20812}" presName="vert1" presStyleCnt="0"/>
      <dgm:spPr/>
    </dgm:pt>
  </dgm:ptLst>
  <dgm:cxnLst>
    <dgm:cxn modelId="{60E1E10C-2C78-436E-AAC8-C2C28B6B9C1D}" type="presOf" srcId="{16D0A593-3F5D-41FD-980F-D931D59E1426}" destId="{27D8A4E9-6F26-4464-84D6-24626F575A60}" srcOrd="0" destOrd="0" presId="urn:microsoft.com/office/officeart/2008/layout/LinedList"/>
    <dgm:cxn modelId="{7CDA9415-E23D-42AD-B18C-90FC36CC816A}" type="presOf" srcId="{800725D5-DE09-4D1F-B498-5BF7EAE20812}" destId="{095E07BB-C629-4F72-AD34-9B257443D96C}" srcOrd="0" destOrd="0" presId="urn:microsoft.com/office/officeart/2008/layout/LinedList"/>
    <dgm:cxn modelId="{DE77CD6B-A46B-4BE3-9D4F-11DE1FA4BEC7}" srcId="{7B7609C0-1D94-4567-9F7E-264B6A79D90C}" destId="{ECD46319-E6CC-477F-90EF-775F7C3F8556}" srcOrd="0" destOrd="0" parTransId="{8A84C9DF-1676-4FB4-9A8E-26D71C4702B7}" sibTransId="{996C5118-C68F-4F52-AF35-68D43AD30D51}"/>
    <dgm:cxn modelId="{0EDCB056-EF90-4E20-A124-0D45E4DAE4F4}" srcId="{7B7609C0-1D94-4567-9F7E-264B6A79D90C}" destId="{800725D5-DE09-4D1F-B498-5BF7EAE20812}" srcOrd="2" destOrd="0" parTransId="{961A4190-E3C4-4DCB-9899-8217201FFE2C}" sibTransId="{A009CA15-D515-4AE5-86E9-7545CEFDC8BF}"/>
    <dgm:cxn modelId="{A5F2E9AE-1600-4A32-BF22-4204AF555A30}" srcId="{7B7609C0-1D94-4567-9F7E-264B6A79D90C}" destId="{16D0A593-3F5D-41FD-980F-D931D59E1426}" srcOrd="1" destOrd="0" parTransId="{B07CC7DA-6BE3-443A-8A52-8FFBBE9EAF5A}" sibTransId="{AD9EB818-11D3-4960-8797-320079DF8AED}"/>
    <dgm:cxn modelId="{F40580D0-25E8-4A47-8FEE-9765B4521924}" type="presOf" srcId="{ECD46319-E6CC-477F-90EF-775F7C3F8556}" destId="{656ED82F-1A67-43FC-8371-FFD7E69F4550}" srcOrd="0" destOrd="0" presId="urn:microsoft.com/office/officeart/2008/layout/LinedList"/>
    <dgm:cxn modelId="{3CD2CFEC-47F6-4FFA-955D-5197C94D6B23}" type="presOf" srcId="{7B7609C0-1D94-4567-9F7E-264B6A79D90C}" destId="{700F6A90-58DC-4E9F-A478-4550AADD1EEC}" srcOrd="0" destOrd="0" presId="urn:microsoft.com/office/officeart/2008/layout/LinedList"/>
    <dgm:cxn modelId="{755FA940-9F00-42B2-9478-AC8C8AAFF5A0}" type="presParOf" srcId="{700F6A90-58DC-4E9F-A478-4550AADD1EEC}" destId="{60BD4EAF-E29C-4D96-BEC2-F14500358E46}" srcOrd="0" destOrd="0" presId="urn:microsoft.com/office/officeart/2008/layout/LinedList"/>
    <dgm:cxn modelId="{8BFF1207-9263-46AA-BA86-FD2DABFA8D71}" type="presParOf" srcId="{700F6A90-58DC-4E9F-A478-4550AADD1EEC}" destId="{964E9302-A800-41E4-84CA-8D4E29094773}" srcOrd="1" destOrd="0" presId="urn:microsoft.com/office/officeart/2008/layout/LinedList"/>
    <dgm:cxn modelId="{766ED3EA-EC85-4452-9E41-4BA1AC278B2B}" type="presParOf" srcId="{964E9302-A800-41E4-84CA-8D4E29094773}" destId="{656ED82F-1A67-43FC-8371-FFD7E69F4550}" srcOrd="0" destOrd="0" presId="urn:microsoft.com/office/officeart/2008/layout/LinedList"/>
    <dgm:cxn modelId="{58F347AA-7C95-41B9-B632-73B26361CECC}" type="presParOf" srcId="{964E9302-A800-41E4-84CA-8D4E29094773}" destId="{FF0C1E0A-2DB7-48E5-967D-D8E6CB7605CB}" srcOrd="1" destOrd="0" presId="urn:microsoft.com/office/officeart/2008/layout/LinedList"/>
    <dgm:cxn modelId="{05EA1077-6470-4FC9-8AC7-0611F8F9C584}" type="presParOf" srcId="{700F6A90-58DC-4E9F-A478-4550AADD1EEC}" destId="{FBDF514B-863A-46A4-B9E3-7780F5DB03E4}" srcOrd="2" destOrd="0" presId="urn:microsoft.com/office/officeart/2008/layout/LinedList"/>
    <dgm:cxn modelId="{6B7E7A91-4E5E-4B1E-8FE2-53885A4D88D6}" type="presParOf" srcId="{700F6A90-58DC-4E9F-A478-4550AADD1EEC}" destId="{20BAD64D-8789-4116-B49F-DC471C612481}" srcOrd="3" destOrd="0" presId="urn:microsoft.com/office/officeart/2008/layout/LinedList"/>
    <dgm:cxn modelId="{065C02B2-2FEA-4FB5-AB8F-F12F8BA23CDB}" type="presParOf" srcId="{20BAD64D-8789-4116-B49F-DC471C612481}" destId="{27D8A4E9-6F26-4464-84D6-24626F575A60}" srcOrd="0" destOrd="0" presId="urn:microsoft.com/office/officeart/2008/layout/LinedList"/>
    <dgm:cxn modelId="{EAFB20BD-AD44-433E-9236-C9AC15DE971C}" type="presParOf" srcId="{20BAD64D-8789-4116-B49F-DC471C612481}" destId="{E9F87C5D-84E4-4557-A17D-1EEC48D75687}" srcOrd="1" destOrd="0" presId="urn:microsoft.com/office/officeart/2008/layout/LinedList"/>
    <dgm:cxn modelId="{C729632D-8F71-4D10-AB35-E36992A17F5C}" type="presParOf" srcId="{700F6A90-58DC-4E9F-A478-4550AADD1EEC}" destId="{F2C52C70-FA90-4ECA-A3E1-5B16727BF154}" srcOrd="4" destOrd="0" presId="urn:microsoft.com/office/officeart/2008/layout/LinedList"/>
    <dgm:cxn modelId="{0A575707-3AE6-4D80-B9D5-425B0B805819}" type="presParOf" srcId="{700F6A90-58DC-4E9F-A478-4550AADD1EEC}" destId="{2F5469E8-0E02-4A97-86AA-D4EC82BAF33A}" srcOrd="5" destOrd="0" presId="urn:microsoft.com/office/officeart/2008/layout/LinedList"/>
    <dgm:cxn modelId="{23A25C87-8C53-4A24-B2B5-385950B85DEF}" type="presParOf" srcId="{2F5469E8-0E02-4A97-86AA-D4EC82BAF33A}" destId="{095E07BB-C629-4F72-AD34-9B257443D96C}" srcOrd="0" destOrd="0" presId="urn:microsoft.com/office/officeart/2008/layout/LinedList"/>
    <dgm:cxn modelId="{8E9144BE-912B-45BA-B582-19F2C55FC06A}" type="presParOf" srcId="{2F5469E8-0E02-4A97-86AA-D4EC82BAF33A}" destId="{90C4827E-F864-43FD-867F-7AE80E486CD0}"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12931A-B096-40A0-A6D8-D03895FD6B03}">
      <dsp:nvSpPr>
        <dsp:cNvPr id="0" name=""/>
        <dsp:cNvSpPr/>
      </dsp:nvSpPr>
      <dsp:spPr>
        <a:xfrm>
          <a:off x="0" y="59074"/>
          <a:ext cx="4269715" cy="38376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 26.5% customer churn</a:t>
          </a:r>
        </a:p>
      </dsp:txBody>
      <dsp:txXfrm>
        <a:off x="18734" y="77808"/>
        <a:ext cx="4232247" cy="346292"/>
      </dsp:txXfrm>
    </dsp:sp>
    <dsp:sp modelId="{276AF687-B1D1-4459-B626-D8719FC39E35}">
      <dsp:nvSpPr>
        <dsp:cNvPr id="0" name=""/>
        <dsp:cNvSpPr/>
      </dsp:nvSpPr>
      <dsp:spPr>
        <a:xfrm>
          <a:off x="0" y="488914"/>
          <a:ext cx="4269715" cy="38376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 Revenue &amp; retention challenge</a:t>
          </a:r>
        </a:p>
      </dsp:txBody>
      <dsp:txXfrm>
        <a:off x="18734" y="507648"/>
        <a:ext cx="4232247" cy="346292"/>
      </dsp:txXfrm>
    </dsp:sp>
    <dsp:sp modelId="{B06693B4-704A-4C3B-9630-D1E885CD8290}">
      <dsp:nvSpPr>
        <dsp:cNvPr id="0" name=""/>
        <dsp:cNvSpPr/>
      </dsp:nvSpPr>
      <dsp:spPr>
        <a:xfrm>
          <a:off x="0" y="918755"/>
          <a:ext cx="4269715" cy="38376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Objectives:</a:t>
          </a:r>
        </a:p>
      </dsp:txBody>
      <dsp:txXfrm>
        <a:off x="18734" y="937489"/>
        <a:ext cx="4232247" cy="346292"/>
      </dsp:txXfrm>
    </dsp:sp>
    <dsp:sp modelId="{C3DFA4B1-8D63-45EE-A3CC-567A4D64EDF2}">
      <dsp:nvSpPr>
        <dsp:cNvPr id="0" name=""/>
        <dsp:cNvSpPr/>
      </dsp:nvSpPr>
      <dsp:spPr>
        <a:xfrm>
          <a:off x="0" y="1348595"/>
          <a:ext cx="4269715" cy="38376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 Identify churn drivers</a:t>
          </a:r>
        </a:p>
      </dsp:txBody>
      <dsp:txXfrm>
        <a:off x="18734" y="1367329"/>
        <a:ext cx="4232247" cy="346292"/>
      </dsp:txXfrm>
    </dsp:sp>
    <dsp:sp modelId="{C31470B9-A4D4-4912-BBC0-6F73792EEE87}">
      <dsp:nvSpPr>
        <dsp:cNvPr id="0" name=""/>
        <dsp:cNvSpPr/>
      </dsp:nvSpPr>
      <dsp:spPr>
        <a:xfrm>
          <a:off x="0" y="1778435"/>
          <a:ext cx="4269715" cy="38376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 Build ML model</a:t>
          </a:r>
        </a:p>
      </dsp:txBody>
      <dsp:txXfrm>
        <a:off x="18734" y="1797169"/>
        <a:ext cx="4232247" cy="346292"/>
      </dsp:txXfrm>
    </dsp:sp>
    <dsp:sp modelId="{C14946B7-C88A-4439-8879-F04D25850863}">
      <dsp:nvSpPr>
        <dsp:cNvPr id="0" name=""/>
        <dsp:cNvSpPr/>
      </dsp:nvSpPr>
      <dsp:spPr>
        <a:xfrm>
          <a:off x="0" y="2208275"/>
          <a:ext cx="4269715" cy="383760"/>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 Actionable insights</a:t>
          </a:r>
        </a:p>
      </dsp:txBody>
      <dsp:txXfrm>
        <a:off x="18734" y="2227009"/>
        <a:ext cx="4232247"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FBA75C-AB75-4241-BB9E-8923DD026303}">
      <dsp:nvSpPr>
        <dsp:cNvPr id="0" name=""/>
        <dsp:cNvSpPr/>
      </dsp:nvSpPr>
      <dsp:spPr>
        <a:xfrm>
          <a:off x="0" y="708366"/>
          <a:ext cx="4775935" cy="655200"/>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8AF0D1B-B5BB-4CAC-88C4-AD81114F2366}">
      <dsp:nvSpPr>
        <dsp:cNvPr id="0" name=""/>
        <dsp:cNvSpPr/>
      </dsp:nvSpPr>
      <dsp:spPr>
        <a:xfrm>
          <a:off x="238796" y="324606"/>
          <a:ext cx="3343154" cy="76752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6363" tIns="0" rIns="126363" bIns="0" numCol="1" spcCol="1270" anchor="ctr" anchorCtr="0">
          <a:noAutofit/>
        </a:bodyPr>
        <a:lstStyle/>
        <a:p>
          <a:pPr marL="0" lvl="0" indent="0" algn="l" defTabSz="1155700">
            <a:lnSpc>
              <a:spcPct val="90000"/>
            </a:lnSpc>
            <a:spcBef>
              <a:spcPct val="0"/>
            </a:spcBef>
            <a:spcAft>
              <a:spcPct val="35000"/>
            </a:spcAft>
            <a:buNone/>
          </a:pPr>
          <a:r>
            <a:rPr lang="en-US" sz="2600" kern="1200"/>
            <a:t>• 7,043 customers</a:t>
          </a:r>
        </a:p>
      </dsp:txBody>
      <dsp:txXfrm>
        <a:off x="276263" y="362073"/>
        <a:ext cx="3268220" cy="692586"/>
      </dsp:txXfrm>
    </dsp:sp>
    <dsp:sp modelId="{97E72DA3-9DDC-4BD2-B70D-EA9256F616B7}">
      <dsp:nvSpPr>
        <dsp:cNvPr id="0" name=""/>
        <dsp:cNvSpPr/>
      </dsp:nvSpPr>
      <dsp:spPr>
        <a:xfrm>
          <a:off x="0" y="1887726"/>
          <a:ext cx="4775935" cy="655200"/>
        </a:xfrm>
        <a:prstGeom prst="rect">
          <a:avLst/>
        </a:prstGeom>
        <a:solidFill>
          <a:schemeClr val="lt1">
            <a:alpha val="90000"/>
            <a:hueOff val="0"/>
            <a:satOff val="0"/>
            <a:lumOff val="0"/>
            <a:alphaOff val="0"/>
          </a:schemeClr>
        </a:solidFill>
        <a:ln w="25400" cap="flat" cmpd="sng" algn="ctr">
          <a:solidFill>
            <a:schemeClr val="accent5">
              <a:hueOff val="-2483469"/>
              <a:satOff val="9953"/>
              <a:lumOff val="2157"/>
              <a:alphaOff val="0"/>
            </a:schemeClr>
          </a:solidFill>
          <a:prstDash val="solid"/>
        </a:ln>
        <a:effectLst/>
      </dsp:spPr>
      <dsp:style>
        <a:lnRef idx="2">
          <a:scrgbClr r="0" g="0" b="0"/>
        </a:lnRef>
        <a:fillRef idx="1">
          <a:scrgbClr r="0" g="0" b="0"/>
        </a:fillRef>
        <a:effectRef idx="0">
          <a:scrgbClr r="0" g="0" b="0"/>
        </a:effectRef>
        <a:fontRef idx="minor"/>
      </dsp:style>
    </dsp:sp>
    <dsp:sp modelId="{A1AF3C50-91C8-4CD6-8329-A8DC0F76025E}">
      <dsp:nvSpPr>
        <dsp:cNvPr id="0" name=""/>
        <dsp:cNvSpPr/>
      </dsp:nvSpPr>
      <dsp:spPr>
        <a:xfrm>
          <a:off x="238796" y="1503966"/>
          <a:ext cx="3343154" cy="767520"/>
        </a:xfrm>
        <a:prstGeom prst="roundRect">
          <a:avLst/>
        </a:prstGeom>
        <a:solidFill>
          <a:schemeClr val="accent5">
            <a:hueOff val="-2483469"/>
            <a:satOff val="9953"/>
            <a:lumOff val="2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6363" tIns="0" rIns="126363" bIns="0" numCol="1" spcCol="1270" anchor="ctr" anchorCtr="0">
          <a:noAutofit/>
        </a:bodyPr>
        <a:lstStyle/>
        <a:p>
          <a:pPr marL="0" lvl="0" indent="0" algn="l" defTabSz="1155700">
            <a:lnSpc>
              <a:spcPct val="90000"/>
            </a:lnSpc>
            <a:spcBef>
              <a:spcPct val="0"/>
            </a:spcBef>
            <a:spcAft>
              <a:spcPct val="35000"/>
            </a:spcAft>
            <a:buNone/>
          </a:pPr>
          <a:r>
            <a:rPr lang="en-US" sz="2600" kern="1200" dirty="0"/>
            <a:t>• 21 features</a:t>
          </a:r>
        </a:p>
      </dsp:txBody>
      <dsp:txXfrm>
        <a:off x="276263" y="1541433"/>
        <a:ext cx="3268220" cy="692586"/>
      </dsp:txXfrm>
    </dsp:sp>
    <dsp:sp modelId="{19AC86C6-C729-41A2-A609-0F48AB0D3216}">
      <dsp:nvSpPr>
        <dsp:cNvPr id="0" name=""/>
        <dsp:cNvSpPr/>
      </dsp:nvSpPr>
      <dsp:spPr>
        <a:xfrm>
          <a:off x="0" y="3067086"/>
          <a:ext cx="4775935" cy="655200"/>
        </a:xfrm>
        <a:prstGeom prst="rect">
          <a:avLst/>
        </a:prstGeom>
        <a:solidFill>
          <a:schemeClr val="lt1">
            <a:alpha val="90000"/>
            <a:hueOff val="0"/>
            <a:satOff val="0"/>
            <a:lumOff val="0"/>
            <a:alphaOff val="0"/>
          </a:schemeClr>
        </a:solidFill>
        <a:ln w="25400" cap="flat" cmpd="sng" algn="ctr">
          <a:solidFill>
            <a:schemeClr val="accent5">
              <a:hueOff val="-4966938"/>
              <a:satOff val="19906"/>
              <a:lumOff val="4314"/>
              <a:alphaOff val="0"/>
            </a:schemeClr>
          </a:solidFill>
          <a:prstDash val="solid"/>
        </a:ln>
        <a:effectLst/>
      </dsp:spPr>
      <dsp:style>
        <a:lnRef idx="2">
          <a:scrgbClr r="0" g="0" b="0"/>
        </a:lnRef>
        <a:fillRef idx="1">
          <a:scrgbClr r="0" g="0" b="0"/>
        </a:fillRef>
        <a:effectRef idx="0">
          <a:scrgbClr r="0" g="0" b="0"/>
        </a:effectRef>
        <a:fontRef idx="minor"/>
      </dsp:style>
    </dsp:sp>
    <dsp:sp modelId="{505520B5-36BB-4CCE-A130-32A7DDD2E21D}">
      <dsp:nvSpPr>
        <dsp:cNvPr id="0" name=""/>
        <dsp:cNvSpPr/>
      </dsp:nvSpPr>
      <dsp:spPr>
        <a:xfrm>
          <a:off x="238796" y="2683326"/>
          <a:ext cx="3343154" cy="767520"/>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6363" tIns="0" rIns="126363" bIns="0" numCol="1" spcCol="1270" anchor="ctr" anchorCtr="0">
          <a:noAutofit/>
        </a:bodyPr>
        <a:lstStyle/>
        <a:p>
          <a:pPr marL="0" lvl="0" indent="0" algn="l" defTabSz="1155700">
            <a:lnSpc>
              <a:spcPct val="90000"/>
            </a:lnSpc>
            <a:spcBef>
              <a:spcPct val="0"/>
            </a:spcBef>
            <a:spcAft>
              <a:spcPct val="35000"/>
            </a:spcAft>
            <a:buNone/>
          </a:pPr>
          <a:r>
            <a:rPr lang="en-US" sz="2600" kern="1200"/>
            <a:t>• 100% complete data</a:t>
          </a:r>
        </a:p>
      </dsp:txBody>
      <dsp:txXfrm>
        <a:off x="276263" y="2720793"/>
        <a:ext cx="3268220" cy="692586"/>
      </dsp:txXfrm>
    </dsp:sp>
    <dsp:sp modelId="{A7479B0C-76C8-4C70-B3A6-98C3ACC774B5}">
      <dsp:nvSpPr>
        <dsp:cNvPr id="0" name=""/>
        <dsp:cNvSpPr/>
      </dsp:nvSpPr>
      <dsp:spPr>
        <a:xfrm>
          <a:off x="0" y="4246446"/>
          <a:ext cx="4775935" cy="655200"/>
        </a:xfrm>
        <a:prstGeom prst="rect">
          <a:avLst/>
        </a:prstGeom>
        <a:solidFill>
          <a:schemeClr val="lt1">
            <a:alpha val="90000"/>
            <a:hueOff val="0"/>
            <a:satOff val="0"/>
            <a:lumOff val="0"/>
            <a:alphaOff val="0"/>
          </a:schemeClr>
        </a:solidFill>
        <a:ln w="25400" cap="flat" cmpd="sng" algn="ctr">
          <a:solidFill>
            <a:schemeClr val="accent5">
              <a:hueOff val="-7450407"/>
              <a:satOff val="29858"/>
              <a:lumOff val="6471"/>
              <a:alphaOff val="0"/>
            </a:schemeClr>
          </a:solidFill>
          <a:prstDash val="solid"/>
        </a:ln>
        <a:effectLst/>
      </dsp:spPr>
      <dsp:style>
        <a:lnRef idx="2">
          <a:scrgbClr r="0" g="0" b="0"/>
        </a:lnRef>
        <a:fillRef idx="1">
          <a:scrgbClr r="0" g="0" b="0"/>
        </a:fillRef>
        <a:effectRef idx="0">
          <a:scrgbClr r="0" g="0" b="0"/>
        </a:effectRef>
        <a:fontRef idx="minor"/>
      </dsp:style>
    </dsp:sp>
    <dsp:sp modelId="{67EDE1BD-57A4-413E-950C-081A7B37B67D}">
      <dsp:nvSpPr>
        <dsp:cNvPr id="0" name=""/>
        <dsp:cNvSpPr/>
      </dsp:nvSpPr>
      <dsp:spPr>
        <a:xfrm>
          <a:off x="238796" y="3862686"/>
          <a:ext cx="3343154" cy="767520"/>
        </a:xfrm>
        <a:prstGeom prst="roundRect">
          <a:avLst/>
        </a:prstGeom>
        <a:solidFill>
          <a:schemeClr val="accent5">
            <a:hueOff val="-7450407"/>
            <a:satOff val="29858"/>
            <a:lumOff val="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6363" tIns="0" rIns="126363" bIns="0" numCol="1" spcCol="1270" anchor="ctr" anchorCtr="0">
          <a:noAutofit/>
        </a:bodyPr>
        <a:lstStyle/>
        <a:p>
          <a:pPr marL="0" lvl="0" indent="0" algn="l" defTabSz="1155700">
            <a:lnSpc>
              <a:spcPct val="90000"/>
            </a:lnSpc>
            <a:spcBef>
              <a:spcPct val="0"/>
            </a:spcBef>
            <a:spcAft>
              <a:spcPct val="35000"/>
            </a:spcAft>
            <a:buNone/>
          </a:pPr>
          <a:r>
            <a:rPr lang="en-US" sz="2600" kern="1200"/>
            <a:t>Churn: 26.5%</a:t>
          </a:r>
        </a:p>
      </dsp:txBody>
      <dsp:txXfrm>
        <a:off x="276263" y="3900153"/>
        <a:ext cx="3268220" cy="692586"/>
      </dsp:txXfrm>
    </dsp:sp>
    <dsp:sp modelId="{C4371972-D6C3-4418-A570-85B937112A70}">
      <dsp:nvSpPr>
        <dsp:cNvPr id="0" name=""/>
        <dsp:cNvSpPr/>
      </dsp:nvSpPr>
      <dsp:spPr>
        <a:xfrm>
          <a:off x="0" y="5425806"/>
          <a:ext cx="4775935" cy="655200"/>
        </a:xfrm>
        <a:prstGeom prst="rect">
          <a:avLst/>
        </a:prstGeom>
        <a:solidFill>
          <a:schemeClr val="lt1">
            <a:alpha val="90000"/>
            <a:hueOff val="0"/>
            <a:satOff val="0"/>
            <a:lumOff val="0"/>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dsp:style>
    </dsp:sp>
    <dsp:sp modelId="{C08B1444-9D22-40B4-9975-1E0402340F1E}">
      <dsp:nvSpPr>
        <dsp:cNvPr id="0" name=""/>
        <dsp:cNvSpPr/>
      </dsp:nvSpPr>
      <dsp:spPr>
        <a:xfrm>
          <a:off x="238796" y="5042046"/>
          <a:ext cx="3343154" cy="76752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6363" tIns="0" rIns="126363" bIns="0" numCol="1" spcCol="1270" anchor="ctr" anchorCtr="0">
          <a:noAutofit/>
        </a:bodyPr>
        <a:lstStyle/>
        <a:p>
          <a:pPr marL="0" lvl="0" indent="0" algn="l" defTabSz="1155700">
            <a:lnSpc>
              <a:spcPct val="90000"/>
            </a:lnSpc>
            <a:spcBef>
              <a:spcPct val="0"/>
            </a:spcBef>
            <a:spcAft>
              <a:spcPct val="35000"/>
            </a:spcAft>
            <a:buNone/>
          </a:pPr>
          <a:r>
            <a:rPr lang="en-US" sz="2600" kern="1200"/>
            <a:t>No Churn: 73.5%</a:t>
          </a:r>
        </a:p>
      </dsp:txBody>
      <dsp:txXfrm>
        <a:off x="276263" y="5079513"/>
        <a:ext cx="3268220" cy="6925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D3A281-79DF-4FE4-A246-96E38D545F2B}">
      <dsp:nvSpPr>
        <dsp:cNvPr id="0" name=""/>
        <dsp:cNvSpPr/>
      </dsp:nvSpPr>
      <dsp:spPr>
        <a:xfrm>
          <a:off x="376435" y="1016402"/>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129DC0-2BF9-4420-A019-69D6294E7541}">
      <dsp:nvSpPr>
        <dsp:cNvPr id="0" name=""/>
        <dsp:cNvSpPr/>
      </dsp:nvSpPr>
      <dsp:spPr>
        <a:xfrm>
          <a:off x="610435" y="12504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16A9D9B-8CAB-4C20-999F-941F31CA7ECA}">
      <dsp:nvSpPr>
        <dsp:cNvPr id="0" name=""/>
        <dsp:cNvSpPr/>
      </dsp:nvSpPr>
      <dsp:spPr>
        <a:xfrm>
          <a:off x="25435"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 Contract type strongly affects churn</a:t>
          </a:r>
        </a:p>
      </dsp:txBody>
      <dsp:txXfrm>
        <a:off x="25435" y="2456402"/>
        <a:ext cx="1800000" cy="720000"/>
      </dsp:txXfrm>
    </dsp:sp>
    <dsp:sp modelId="{85D43D55-1B11-443B-9079-4DC5F87EAB8D}">
      <dsp:nvSpPr>
        <dsp:cNvPr id="0" name=""/>
        <dsp:cNvSpPr/>
      </dsp:nvSpPr>
      <dsp:spPr>
        <a:xfrm>
          <a:off x="2491435" y="1016402"/>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524DCE-4921-46E7-892F-D454B9FCF0A7}">
      <dsp:nvSpPr>
        <dsp:cNvPr id="0" name=""/>
        <dsp:cNvSpPr/>
      </dsp:nvSpPr>
      <dsp:spPr>
        <a:xfrm>
          <a:off x="2725435" y="12504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B2CFD04-BDBD-4A61-957F-9C4D6F8BE6D0}">
      <dsp:nvSpPr>
        <dsp:cNvPr id="0" name=""/>
        <dsp:cNvSpPr/>
      </dsp:nvSpPr>
      <dsp:spPr>
        <a:xfrm>
          <a:off x="2140435"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 Tenure inversely related to churn</a:t>
          </a:r>
        </a:p>
      </dsp:txBody>
      <dsp:txXfrm>
        <a:off x="2140435" y="2456402"/>
        <a:ext cx="1800000" cy="720000"/>
      </dsp:txXfrm>
    </dsp:sp>
    <dsp:sp modelId="{DDA7654A-3D50-47E0-B27C-051D23120464}">
      <dsp:nvSpPr>
        <dsp:cNvPr id="0" name=""/>
        <dsp:cNvSpPr/>
      </dsp:nvSpPr>
      <dsp:spPr>
        <a:xfrm>
          <a:off x="4606435" y="1016402"/>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1BA828-D76C-4826-B6BA-C323162EC143}">
      <dsp:nvSpPr>
        <dsp:cNvPr id="0" name=""/>
        <dsp:cNvSpPr/>
      </dsp:nvSpPr>
      <dsp:spPr>
        <a:xfrm>
          <a:off x="4840435" y="12504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9477643-7568-4296-A314-10651BF12683}">
      <dsp:nvSpPr>
        <dsp:cNvPr id="0" name=""/>
        <dsp:cNvSpPr/>
      </dsp:nvSpPr>
      <dsp:spPr>
        <a:xfrm>
          <a:off x="4255435"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 Fiber optic customers churn more</a:t>
          </a:r>
        </a:p>
      </dsp:txBody>
      <dsp:txXfrm>
        <a:off x="4255435" y="2456402"/>
        <a:ext cx="1800000" cy="720000"/>
      </dsp:txXfrm>
    </dsp:sp>
    <dsp:sp modelId="{FE57C0CC-8F81-4594-B23F-38E6ED6569CF}">
      <dsp:nvSpPr>
        <dsp:cNvPr id="0" name=""/>
        <dsp:cNvSpPr/>
      </dsp:nvSpPr>
      <dsp:spPr>
        <a:xfrm>
          <a:off x="6721435" y="1016402"/>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9E3575-8C3F-4915-8253-1001F1C969FD}">
      <dsp:nvSpPr>
        <dsp:cNvPr id="0" name=""/>
        <dsp:cNvSpPr/>
      </dsp:nvSpPr>
      <dsp:spPr>
        <a:xfrm>
          <a:off x="6955435" y="12504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DBB02D0-F2C6-47C7-9BE3-80AAFFAC9537}">
      <dsp:nvSpPr>
        <dsp:cNvPr id="0" name=""/>
        <dsp:cNvSpPr/>
      </dsp:nvSpPr>
      <dsp:spPr>
        <a:xfrm>
          <a:off x="6370435"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 Higher monthly charges increase churn</a:t>
          </a:r>
        </a:p>
      </dsp:txBody>
      <dsp:txXfrm>
        <a:off x="6370435" y="2456402"/>
        <a:ext cx="180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C57A6E-F34F-468D-AE88-418AA37A1FF4}">
      <dsp:nvSpPr>
        <dsp:cNvPr id="0" name=""/>
        <dsp:cNvSpPr/>
      </dsp:nvSpPr>
      <dsp:spPr>
        <a:xfrm>
          <a:off x="809302" y="0"/>
          <a:ext cx="2651110" cy="2651110"/>
        </a:xfrm>
        <a:prstGeom prst="diamond">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0F0B30-8703-4065-B120-DB88D2F6300F}">
      <dsp:nvSpPr>
        <dsp:cNvPr id="0" name=""/>
        <dsp:cNvSpPr/>
      </dsp:nvSpPr>
      <dsp:spPr>
        <a:xfrm>
          <a:off x="1061157" y="251855"/>
          <a:ext cx="1033932" cy="1033932"/>
        </a:xfrm>
        <a:prstGeom prst="round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Random Forest Classifier</a:t>
          </a:r>
        </a:p>
      </dsp:txBody>
      <dsp:txXfrm>
        <a:off x="1111629" y="302327"/>
        <a:ext cx="932988" cy="932988"/>
      </dsp:txXfrm>
    </dsp:sp>
    <dsp:sp modelId="{33031095-9AB2-42EE-9A62-150C5ADB71B9}">
      <dsp:nvSpPr>
        <dsp:cNvPr id="0" name=""/>
        <dsp:cNvSpPr/>
      </dsp:nvSpPr>
      <dsp:spPr>
        <a:xfrm>
          <a:off x="2174624" y="251855"/>
          <a:ext cx="1033932" cy="1033932"/>
        </a:xfrm>
        <a:prstGeom prst="roundRect">
          <a:avLst/>
        </a:prstGeom>
        <a:solidFill>
          <a:schemeClr val="accent5">
            <a:hueOff val="-3311292"/>
            <a:satOff val="13270"/>
            <a:lumOff val="2876"/>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 Handles mixed data</a:t>
          </a:r>
        </a:p>
      </dsp:txBody>
      <dsp:txXfrm>
        <a:off x="2225096" y="302327"/>
        <a:ext cx="932988" cy="932988"/>
      </dsp:txXfrm>
    </dsp:sp>
    <dsp:sp modelId="{957A2AA6-2538-4DF2-A763-BF77E84C53C7}">
      <dsp:nvSpPr>
        <dsp:cNvPr id="0" name=""/>
        <dsp:cNvSpPr/>
      </dsp:nvSpPr>
      <dsp:spPr>
        <a:xfrm>
          <a:off x="1061157" y="1365321"/>
          <a:ext cx="1033932" cy="1033932"/>
        </a:xfrm>
        <a:prstGeom prst="roundRect">
          <a:avLst/>
        </a:prstGeom>
        <a:solidFill>
          <a:schemeClr val="accent5">
            <a:hueOff val="-6622584"/>
            <a:satOff val="26541"/>
            <a:lumOff val="5752"/>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 Feature importance</a:t>
          </a:r>
        </a:p>
      </dsp:txBody>
      <dsp:txXfrm>
        <a:off x="1111629" y="1415793"/>
        <a:ext cx="932988" cy="932988"/>
      </dsp:txXfrm>
    </dsp:sp>
    <dsp:sp modelId="{3AD5E3BB-26A4-4FF9-8B77-8F0CB3B7D5A3}">
      <dsp:nvSpPr>
        <dsp:cNvPr id="0" name=""/>
        <dsp:cNvSpPr/>
      </dsp:nvSpPr>
      <dsp:spPr>
        <a:xfrm>
          <a:off x="2174624" y="1365321"/>
          <a:ext cx="1033932" cy="1033932"/>
        </a:xfrm>
        <a:prstGeom prst="roundRect">
          <a:avLst/>
        </a:prstGeom>
        <a:solidFill>
          <a:schemeClr val="accent5">
            <a:hueOff val="-9933876"/>
            <a:satOff val="39811"/>
            <a:lumOff val="862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 Robust performance</a:t>
          </a:r>
        </a:p>
      </dsp:txBody>
      <dsp:txXfrm>
        <a:off x="2225096" y="1415793"/>
        <a:ext cx="932988" cy="9329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4F3956-62A0-42FE-BB7C-DA2FCD185D8E}">
      <dsp:nvSpPr>
        <dsp:cNvPr id="0" name=""/>
        <dsp:cNvSpPr/>
      </dsp:nvSpPr>
      <dsp:spPr>
        <a:xfrm>
          <a:off x="0" y="991179"/>
          <a:ext cx="2305088" cy="146373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F73B99-3A54-4828-A255-59647F10A737}">
      <dsp:nvSpPr>
        <dsp:cNvPr id="0" name=""/>
        <dsp:cNvSpPr/>
      </dsp:nvSpPr>
      <dsp:spPr>
        <a:xfrm>
          <a:off x="256120" y="1234494"/>
          <a:ext cx="2305088" cy="146373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Accuracy: 79%</a:t>
          </a:r>
        </a:p>
      </dsp:txBody>
      <dsp:txXfrm>
        <a:off x="298991" y="1277365"/>
        <a:ext cx="2219346" cy="1377989"/>
      </dsp:txXfrm>
    </dsp:sp>
    <dsp:sp modelId="{4D65284E-67ED-4251-AF6C-E503670878F8}">
      <dsp:nvSpPr>
        <dsp:cNvPr id="0" name=""/>
        <dsp:cNvSpPr/>
      </dsp:nvSpPr>
      <dsp:spPr>
        <a:xfrm>
          <a:off x="2817330" y="991179"/>
          <a:ext cx="2305088" cy="146373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E557DC-04CD-4FB3-846E-9307BA7F4F24}">
      <dsp:nvSpPr>
        <dsp:cNvPr id="0" name=""/>
        <dsp:cNvSpPr/>
      </dsp:nvSpPr>
      <dsp:spPr>
        <a:xfrm>
          <a:off x="3073451" y="1234494"/>
          <a:ext cx="2305088" cy="146373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ROC-AUC: 0.83</a:t>
          </a:r>
        </a:p>
      </dsp:txBody>
      <dsp:txXfrm>
        <a:off x="3116322" y="1277365"/>
        <a:ext cx="2219346" cy="1377989"/>
      </dsp:txXfrm>
    </dsp:sp>
    <dsp:sp modelId="{3BBF6928-6B8F-44FB-BE57-2E38F2174E59}">
      <dsp:nvSpPr>
        <dsp:cNvPr id="0" name=""/>
        <dsp:cNvSpPr/>
      </dsp:nvSpPr>
      <dsp:spPr>
        <a:xfrm>
          <a:off x="5634661" y="991179"/>
          <a:ext cx="2305088" cy="146373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5B196E-F8EF-4003-A5C1-C33F514B11DA}">
      <dsp:nvSpPr>
        <dsp:cNvPr id="0" name=""/>
        <dsp:cNvSpPr/>
      </dsp:nvSpPr>
      <dsp:spPr>
        <a:xfrm>
          <a:off x="5890782" y="1234494"/>
          <a:ext cx="2305088" cy="146373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Stable cross-validation</a:t>
          </a:r>
        </a:p>
      </dsp:txBody>
      <dsp:txXfrm>
        <a:off x="5933653" y="1277365"/>
        <a:ext cx="2219346" cy="137798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FB8D86-A630-4B43-8980-5217E0512853}">
      <dsp:nvSpPr>
        <dsp:cNvPr id="0" name=""/>
        <dsp:cNvSpPr/>
      </dsp:nvSpPr>
      <dsp:spPr>
        <a:xfrm>
          <a:off x="0" y="11104"/>
          <a:ext cx="4269715" cy="479700"/>
        </a:xfrm>
        <a:prstGeom prst="round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 Tenure</a:t>
          </a:r>
        </a:p>
      </dsp:txBody>
      <dsp:txXfrm>
        <a:off x="23417" y="34521"/>
        <a:ext cx="4222881" cy="432866"/>
      </dsp:txXfrm>
    </dsp:sp>
    <dsp:sp modelId="{542DA940-B972-4CFA-B47C-C98E5E2CCC6C}">
      <dsp:nvSpPr>
        <dsp:cNvPr id="0" name=""/>
        <dsp:cNvSpPr/>
      </dsp:nvSpPr>
      <dsp:spPr>
        <a:xfrm>
          <a:off x="0" y="548404"/>
          <a:ext cx="4269715" cy="479700"/>
        </a:xfrm>
        <a:prstGeom prst="round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 Total Charges</a:t>
          </a:r>
        </a:p>
      </dsp:txBody>
      <dsp:txXfrm>
        <a:off x="23417" y="571821"/>
        <a:ext cx="4222881" cy="432866"/>
      </dsp:txXfrm>
    </dsp:sp>
    <dsp:sp modelId="{E083A8C8-A49F-4387-86AC-EE0D53874CB3}">
      <dsp:nvSpPr>
        <dsp:cNvPr id="0" name=""/>
        <dsp:cNvSpPr/>
      </dsp:nvSpPr>
      <dsp:spPr>
        <a:xfrm>
          <a:off x="0" y="1085705"/>
          <a:ext cx="4269715" cy="479700"/>
        </a:xfrm>
        <a:prstGeom prst="round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 Contract Type</a:t>
          </a:r>
        </a:p>
      </dsp:txBody>
      <dsp:txXfrm>
        <a:off x="23417" y="1109122"/>
        <a:ext cx="4222881" cy="432866"/>
      </dsp:txXfrm>
    </dsp:sp>
    <dsp:sp modelId="{A6788D99-3DF2-4979-8C70-A39F8E99CB4C}">
      <dsp:nvSpPr>
        <dsp:cNvPr id="0" name=""/>
        <dsp:cNvSpPr/>
      </dsp:nvSpPr>
      <dsp:spPr>
        <a:xfrm>
          <a:off x="0" y="1623005"/>
          <a:ext cx="4269715" cy="479700"/>
        </a:xfrm>
        <a:prstGeom prst="round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 Monthly Charges</a:t>
          </a:r>
        </a:p>
      </dsp:txBody>
      <dsp:txXfrm>
        <a:off x="23417" y="1646422"/>
        <a:ext cx="4222881" cy="432866"/>
      </dsp:txXfrm>
    </dsp:sp>
    <dsp:sp modelId="{D485A0AF-BE1B-4CE3-A592-B3A3AF78DC73}">
      <dsp:nvSpPr>
        <dsp:cNvPr id="0" name=""/>
        <dsp:cNvSpPr/>
      </dsp:nvSpPr>
      <dsp:spPr>
        <a:xfrm>
          <a:off x="0" y="2160305"/>
          <a:ext cx="4269715" cy="479700"/>
        </a:xfrm>
        <a:prstGeom prst="round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 Online Security</a:t>
          </a:r>
        </a:p>
      </dsp:txBody>
      <dsp:txXfrm>
        <a:off x="23417" y="2183722"/>
        <a:ext cx="4222881" cy="43286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21EA0-D4DC-4193-96E5-70E5066CB6AD}">
      <dsp:nvSpPr>
        <dsp:cNvPr id="0" name=""/>
        <dsp:cNvSpPr/>
      </dsp:nvSpPr>
      <dsp:spPr>
        <a:xfrm>
          <a:off x="341781" y="1130473"/>
          <a:ext cx="1062615" cy="106261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D08D30-523B-45CA-A004-D1DDC96E2F95}">
      <dsp:nvSpPr>
        <dsp:cNvPr id="0" name=""/>
        <dsp:cNvSpPr/>
      </dsp:nvSpPr>
      <dsp:spPr>
        <a:xfrm>
          <a:off x="568240" y="1356932"/>
          <a:ext cx="609697" cy="6096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4CCB7C8-C76A-4609-A95B-54E08E8F0F1B}">
      <dsp:nvSpPr>
        <dsp:cNvPr id="0" name=""/>
        <dsp:cNvSpPr/>
      </dsp:nvSpPr>
      <dsp:spPr>
        <a:xfrm>
          <a:off x="2092"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cap="all"/>
          </a:pPr>
          <a:r>
            <a:rPr lang="en-US" sz="2200" kern="1200"/>
            <a:t>Streamlit-based app</a:t>
          </a:r>
        </a:p>
      </dsp:txBody>
      <dsp:txXfrm>
        <a:off x="2092" y="2524067"/>
        <a:ext cx="1741992" cy="696796"/>
      </dsp:txXfrm>
    </dsp:sp>
    <dsp:sp modelId="{1A7C9C1F-6B26-483E-91BF-537AD11CCB79}">
      <dsp:nvSpPr>
        <dsp:cNvPr id="0" name=""/>
        <dsp:cNvSpPr/>
      </dsp:nvSpPr>
      <dsp:spPr>
        <a:xfrm>
          <a:off x="2388621" y="1130473"/>
          <a:ext cx="1062615" cy="106261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127582-4BE1-4EE5-A075-4DDE7F3B7438}">
      <dsp:nvSpPr>
        <dsp:cNvPr id="0" name=""/>
        <dsp:cNvSpPr/>
      </dsp:nvSpPr>
      <dsp:spPr>
        <a:xfrm>
          <a:off x="2615080" y="1356932"/>
          <a:ext cx="609697" cy="6096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973386B-7CDF-4D62-AA1B-9A4DBECD25C1}">
      <dsp:nvSpPr>
        <dsp:cNvPr id="0" name=""/>
        <dsp:cNvSpPr/>
      </dsp:nvSpPr>
      <dsp:spPr>
        <a:xfrm>
          <a:off x="2048933"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cap="all"/>
          </a:pPr>
          <a:r>
            <a:rPr lang="en-US" sz="2200" kern="1200"/>
            <a:t>• Data analysis</a:t>
          </a:r>
        </a:p>
      </dsp:txBody>
      <dsp:txXfrm>
        <a:off x="2048933" y="2524067"/>
        <a:ext cx="1741992" cy="696796"/>
      </dsp:txXfrm>
    </dsp:sp>
    <dsp:sp modelId="{79EC7858-3B10-43CE-B53F-B8E54F6C6A93}">
      <dsp:nvSpPr>
        <dsp:cNvPr id="0" name=""/>
        <dsp:cNvSpPr/>
      </dsp:nvSpPr>
      <dsp:spPr>
        <a:xfrm>
          <a:off x="4435462" y="1130473"/>
          <a:ext cx="1062615" cy="1062615"/>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91F8DF-C06B-415F-A112-00899F0C02EF}">
      <dsp:nvSpPr>
        <dsp:cNvPr id="0" name=""/>
        <dsp:cNvSpPr/>
      </dsp:nvSpPr>
      <dsp:spPr>
        <a:xfrm>
          <a:off x="4661921" y="1356932"/>
          <a:ext cx="609697" cy="6096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34A1808-E873-45A7-BF39-0BE457E3B1A2}">
      <dsp:nvSpPr>
        <dsp:cNvPr id="0" name=""/>
        <dsp:cNvSpPr/>
      </dsp:nvSpPr>
      <dsp:spPr>
        <a:xfrm>
          <a:off x="4095774"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cap="all"/>
          </a:pPr>
          <a:r>
            <a:rPr lang="en-US" sz="2200" kern="1200"/>
            <a:t>• Model insights</a:t>
          </a:r>
        </a:p>
      </dsp:txBody>
      <dsp:txXfrm>
        <a:off x="4095774" y="2524067"/>
        <a:ext cx="1741992" cy="696796"/>
      </dsp:txXfrm>
    </dsp:sp>
    <dsp:sp modelId="{59EA9E45-F974-4620-9B47-D51702EB1DB5}">
      <dsp:nvSpPr>
        <dsp:cNvPr id="0" name=""/>
        <dsp:cNvSpPr/>
      </dsp:nvSpPr>
      <dsp:spPr>
        <a:xfrm>
          <a:off x="6482303" y="1130473"/>
          <a:ext cx="1062615" cy="1062615"/>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777DB9-6B32-457D-95D6-0309C42DAC82}">
      <dsp:nvSpPr>
        <dsp:cNvPr id="0" name=""/>
        <dsp:cNvSpPr/>
      </dsp:nvSpPr>
      <dsp:spPr>
        <a:xfrm>
          <a:off x="6708762" y="1356932"/>
          <a:ext cx="609697" cy="6096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F7EFDD6-8348-4A5B-961E-6058D65C539F}">
      <dsp:nvSpPr>
        <dsp:cNvPr id="0" name=""/>
        <dsp:cNvSpPr/>
      </dsp:nvSpPr>
      <dsp:spPr>
        <a:xfrm>
          <a:off x="6142615"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cap="all"/>
          </a:pPr>
          <a:r>
            <a:rPr lang="en-US" sz="2200" kern="1200"/>
            <a:t>• Live churn prediction</a:t>
          </a:r>
        </a:p>
      </dsp:txBody>
      <dsp:txXfrm>
        <a:off x="6142615" y="2524067"/>
        <a:ext cx="1741992" cy="6967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28F2E1-F8E7-4EF7-9113-D7FE20848621}">
      <dsp:nvSpPr>
        <dsp:cNvPr id="0" name=""/>
        <dsp:cNvSpPr/>
      </dsp:nvSpPr>
      <dsp:spPr>
        <a:xfrm>
          <a:off x="0" y="0"/>
          <a:ext cx="3194685" cy="86229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 Contract incentives</a:t>
          </a:r>
        </a:p>
      </dsp:txBody>
      <dsp:txXfrm>
        <a:off x="25256" y="25256"/>
        <a:ext cx="2191333" cy="811786"/>
      </dsp:txXfrm>
    </dsp:sp>
    <dsp:sp modelId="{66D25CBF-B676-4BE4-97E3-ED9B574F31FB}">
      <dsp:nvSpPr>
        <dsp:cNvPr id="0" name=""/>
        <dsp:cNvSpPr/>
      </dsp:nvSpPr>
      <dsp:spPr>
        <a:xfrm>
          <a:off x="267554" y="1019079"/>
          <a:ext cx="3194685" cy="862298"/>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 Improve fiber service</a:t>
          </a:r>
        </a:p>
      </dsp:txBody>
      <dsp:txXfrm>
        <a:off x="292810" y="1044335"/>
        <a:ext cx="2316124" cy="811786"/>
      </dsp:txXfrm>
    </dsp:sp>
    <dsp:sp modelId="{88A49D02-730D-4466-B7D9-BF6A09D468F0}">
      <dsp:nvSpPr>
        <dsp:cNvPr id="0" name=""/>
        <dsp:cNvSpPr/>
      </dsp:nvSpPr>
      <dsp:spPr>
        <a:xfrm>
          <a:off x="531116" y="2038159"/>
          <a:ext cx="3194685" cy="862298"/>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 Early onboarding</a:t>
          </a:r>
        </a:p>
      </dsp:txBody>
      <dsp:txXfrm>
        <a:off x="556372" y="2063415"/>
        <a:ext cx="2320118" cy="811786"/>
      </dsp:txXfrm>
    </dsp:sp>
    <dsp:sp modelId="{9C7F115F-6952-4278-9C90-5BE2BB7F87FA}">
      <dsp:nvSpPr>
        <dsp:cNvPr id="0" name=""/>
        <dsp:cNvSpPr/>
      </dsp:nvSpPr>
      <dsp:spPr>
        <a:xfrm>
          <a:off x="798671" y="3057239"/>
          <a:ext cx="3194685" cy="862298"/>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 Pricing review</a:t>
          </a:r>
        </a:p>
      </dsp:txBody>
      <dsp:txXfrm>
        <a:off x="823927" y="3082495"/>
        <a:ext cx="2316124" cy="811786"/>
      </dsp:txXfrm>
    </dsp:sp>
    <dsp:sp modelId="{F5E6FE3C-FAA9-405C-968E-E966DBF35250}">
      <dsp:nvSpPr>
        <dsp:cNvPr id="0" name=""/>
        <dsp:cNvSpPr/>
      </dsp:nvSpPr>
      <dsp:spPr>
        <a:xfrm>
          <a:off x="2634191" y="660442"/>
          <a:ext cx="560493" cy="560493"/>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2760302" y="660442"/>
        <a:ext cx="308271" cy="421771"/>
      </dsp:txXfrm>
    </dsp:sp>
    <dsp:sp modelId="{2200557B-C184-416C-B5AF-417480361E97}">
      <dsp:nvSpPr>
        <dsp:cNvPr id="0" name=""/>
        <dsp:cNvSpPr/>
      </dsp:nvSpPr>
      <dsp:spPr>
        <a:xfrm>
          <a:off x="2901746" y="1679522"/>
          <a:ext cx="560493" cy="560493"/>
        </a:xfrm>
        <a:prstGeom prst="downArrow">
          <a:avLst>
            <a:gd name="adj1" fmla="val 55000"/>
            <a:gd name="adj2" fmla="val 45000"/>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3027857" y="1679522"/>
        <a:ext cx="308271" cy="421771"/>
      </dsp:txXfrm>
    </dsp:sp>
    <dsp:sp modelId="{762C948B-BA99-404F-B771-FD1E2C2AD53B}">
      <dsp:nvSpPr>
        <dsp:cNvPr id="0" name=""/>
        <dsp:cNvSpPr/>
      </dsp:nvSpPr>
      <dsp:spPr>
        <a:xfrm>
          <a:off x="3165308" y="2698601"/>
          <a:ext cx="560493" cy="560493"/>
        </a:xfrm>
        <a:prstGeom prst="downArrow">
          <a:avLst>
            <a:gd name="adj1" fmla="val 55000"/>
            <a:gd name="adj2" fmla="val 45000"/>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3291419" y="2698601"/>
        <a:ext cx="308271" cy="42177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BD4EAF-E29C-4D96-BEC2-F14500358E46}">
      <dsp:nvSpPr>
        <dsp:cNvPr id="0" name=""/>
        <dsp:cNvSpPr/>
      </dsp:nvSpPr>
      <dsp:spPr>
        <a:xfrm>
          <a:off x="0" y="1256"/>
          <a:ext cx="4126161" cy="0"/>
        </a:xfrm>
        <a:prstGeom prst="line">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56ED82F-1A67-43FC-8371-FFD7E69F4550}">
      <dsp:nvSpPr>
        <dsp:cNvPr id="0" name=""/>
        <dsp:cNvSpPr/>
      </dsp:nvSpPr>
      <dsp:spPr>
        <a:xfrm>
          <a:off x="0" y="1256"/>
          <a:ext cx="4126161" cy="857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 Deploy dashboard</a:t>
          </a:r>
        </a:p>
      </dsp:txBody>
      <dsp:txXfrm>
        <a:off x="0" y="1256"/>
        <a:ext cx="4126161" cy="857021"/>
      </dsp:txXfrm>
    </dsp:sp>
    <dsp:sp modelId="{FBDF514B-863A-46A4-B9E3-7780F5DB03E4}">
      <dsp:nvSpPr>
        <dsp:cNvPr id="0" name=""/>
        <dsp:cNvSpPr/>
      </dsp:nvSpPr>
      <dsp:spPr>
        <a:xfrm>
          <a:off x="0" y="858278"/>
          <a:ext cx="4126161" cy="0"/>
        </a:xfrm>
        <a:prstGeom prst="line">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w="9525" cap="flat" cmpd="sng" algn="ctr">
          <a:solidFill>
            <a:schemeClr val="accent5">
              <a:hueOff val="-4966938"/>
              <a:satOff val="19906"/>
              <a:lumOff val="4314"/>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7D8A4E9-6F26-4464-84D6-24626F575A60}">
      <dsp:nvSpPr>
        <dsp:cNvPr id="0" name=""/>
        <dsp:cNvSpPr/>
      </dsp:nvSpPr>
      <dsp:spPr>
        <a:xfrm>
          <a:off x="0" y="858278"/>
          <a:ext cx="4126161" cy="857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 Implement strategies</a:t>
          </a:r>
        </a:p>
      </dsp:txBody>
      <dsp:txXfrm>
        <a:off x="0" y="858278"/>
        <a:ext cx="4126161" cy="857021"/>
      </dsp:txXfrm>
    </dsp:sp>
    <dsp:sp modelId="{F2C52C70-FA90-4ECA-A3E1-5B16727BF154}">
      <dsp:nvSpPr>
        <dsp:cNvPr id="0" name=""/>
        <dsp:cNvSpPr/>
      </dsp:nvSpPr>
      <dsp:spPr>
        <a:xfrm>
          <a:off x="0" y="1715300"/>
          <a:ext cx="4126161" cy="0"/>
        </a:xfrm>
        <a:prstGeom prst="line">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w="9525" cap="flat" cmpd="sng" algn="ctr">
          <a:solidFill>
            <a:schemeClr val="accent5">
              <a:hueOff val="-9933876"/>
              <a:satOff val="39811"/>
              <a:lumOff val="8628"/>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095E07BB-C629-4F72-AD34-9B257443D96C}">
      <dsp:nvSpPr>
        <dsp:cNvPr id="0" name=""/>
        <dsp:cNvSpPr/>
      </dsp:nvSpPr>
      <dsp:spPr>
        <a:xfrm>
          <a:off x="0" y="1715300"/>
          <a:ext cx="4126161" cy="857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 Monitor &amp; retrain model</a:t>
          </a:r>
        </a:p>
      </dsp:txBody>
      <dsp:txXfrm>
        <a:off x="0" y="1715300"/>
        <a:ext cx="4126161" cy="85702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C3C100-647D-4B38-AA6A-AF6C84F06802}" type="datetimeFigureOut">
              <a:rPr lang="en-GB" smtClean="0"/>
              <a:t>22/01/2026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EAC409-37D2-4447-A191-3E2405124B58}" type="slidenum">
              <a:rPr lang="en-GB" smtClean="0"/>
              <a:t>‹#›</a:t>
            </a:fld>
            <a:endParaRPr lang="en-GB"/>
          </a:p>
        </p:txBody>
      </p:sp>
    </p:spTree>
    <p:extLst>
      <p:ext uri="{BB962C8B-B14F-4D97-AF65-F5344CB8AC3E}">
        <p14:creationId xmlns:p14="http://schemas.microsoft.com/office/powerpoint/2010/main" val="2453027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Good morning/afternoon everyone. Thank you for joining me today. I'm excited to present our comprehensive analysis of customer churn in the telecommunications industry. This project combines data analytics, statistical testing, and machine learning to understand why customers leave and how we can prevent it., we'll explore our findings and the interactive dashboard we've built to help with retention decisions. Let's start with understanding the business problem we're addressing.</a:t>
            </a:r>
          </a:p>
          <a:p>
            <a:endParaRPr lang="en-GB" dirty="0"/>
          </a:p>
        </p:txBody>
      </p:sp>
      <p:sp>
        <p:nvSpPr>
          <p:cNvPr id="4" name="Slide Number Placeholder 3"/>
          <p:cNvSpPr>
            <a:spLocks noGrp="1"/>
          </p:cNvSpPr>
          <p:nvPr>
            <p:ph type="sldNum" sz="quarter" idx="5"/>
          </p:nvPr>
        </p:nvSpPr>
        <p:spPr/>
        <p:txBody>
          <a:bodyPr/>
          <a:lstStyle/>
          <a:p>
            <a:fld id="{61EAC409-37D2-4447-A191-3E2405124B58}" type="slidenum">
              <a:rPr lang="en-GB" smtClean="0"/>
              <a:t>1</a:t>
            </a:fld>
            <a:endParaRPr lang="en-GB"/>
          </a:p>
        </p:txBody>
      </p:sp>
    </p:spTree>
    <p:extLst>
      <p:ext uri="{BB962C8B-B14F-4D97-AF65-F5344CB8AC3E}">
        <p14:creationId xmlns:p14="http://schemas.microsoft.com/office/powerpoint/2010/main" val="3254441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 telecommunications industry faces a critical challenge: losing over a quarter of its customer base annually. This isn't just a numbers problem, each churned customer represents lost revenue, increased acquisition costs, and operational strain. This project addresses three key questions: First, what are the patterns in customer behaviour that predict churn? Second, can we build a reliable model to identify at risk customers before they leave? And third, what specific, actionable recommendations can we provide to reduce churn? These questions drove our entire analysis. We analysed 7,043 customer records with 21 features ranging from service type to contract terms, and we tested four specific hypotheses about what drives churn. </a:t>
            </a:r>
            <a:endParaRPr lang="en-GB" dirty="0"/>
          </a:p>
          <a:p>
            <a:endParaRPr lang="en-GB" dirty="0"/>
          </a:p>
        </p:txBody>
      </p:sp>
      <p:sp>
        <p:nvSpPr>
          <p:cNvPr id="4" name="Slide Number Placeholder 3"/>
          <p:cNvSpPr>
            <a:spLocks noGrp="1"/>
          </p:cNvSpPr>
          <p:nvPr>
            <p:ph type="sldNum" sz="quarter" idx="5"/>
          </p:nvPr>
        </p:nvSpPr>
        <p:spPr/>
        <p:txBody>
          <a:bodyPr/>
          <a:lstStyle/>
          <a:p>
            <a:fld id="{61EAC409-37D2-4447-A191-3E2405124B58}" type="slidenum">
              <a:rPr lang="en-GB" smtClean="0"/>
              <a:t>2</a:t>
            </a:fld>
            <a:endParaRPr lang="en-GB"/>
          </a:p>
        </p:txBody>
      </p:sp>
    </p:spTree>
    <p:extLst>
      <p:ext uri="{BB962C8B-B14F-4D97-AF65-F5344CB8AC3E}">
        <p14:creationId xmlns:p14="http://schemas.microsoft.com/office/powerpoint/2010/main" val="3941403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Let me walk you through our dataset. We're working with 7,043 customer records, which gives us a robust sample size for reliable analysis. Importantly, our data is 100% complete, no missing values which means we could use all records without data imputation. The dataset includes 21 predictive features organized into three categories. The churn distribution shows that about 26.5% of customers churn while 73.5% remain loyal. While this is imbalanced, it's realistic and we've accounted for it in our modelling approach. Each customer record includes everything from basic demographics to detailed service information and billing data, giving us a comprehensive view of the customer journey.</a:t>
            </a:r>
            <a:endParaRPr lang="en-GB" dirty="0"/>
          </a:p>
        </p:txBody>
      </p:sp>
      <p:sp>
        <p:nvSpPr>
          <p:cNvPr id="4" name="Slide Number Placeholder 3"/>
          <p:cNvSpPr>
            <a:spLocks noGrp="1"/>
          </p:cNvSpPr>
          <p:nvPr>
            <p:ph type="sldNum" sz="quarter" idx="5"/>
          </p:nvPr>
        </p:nvSpPr>
        <p:spPr/>
        <p:txBody>
          <a:bodyPr/>
          <a:lstStyle/>
          <a:p>
            <a:fld id="{61EAC409-37D2-4447-A191-3E2405124B58}" type="slidenum">
              <a:rPr lang="en-GB" smtClean="0"/>
              <a:t>3</a:t>
            </a:fld>
            <a:endParaRPr lang="en-GB"/>
          </a:p>
        </p:txBody>
      </p:sp>
    </p:spTree>
    <p:extLst>
      <p:ext uri="{BB962C8B-B14F-4D97-AF65-F5344CB8AC3E}">
        <p14:creationId xmlns:p14="http://schemas.microsoft.com/office/powerpoint/2010/main" val="30562695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All four hypotheses were statistically validated: this is crucial because it means our findings aren't due to chance; they're real, measurable patterns. Let me break down what each tells us. First, contract type shows the strongest effect: month-to-month customers are 15 times more likely to churn than two-year contract holders. This is massive. Second, tenure tells us that customers who stick around for the first few months become much more likely to stay long-term, we see a nearly 20-month difference. Third, Fiber optic service has unexpected churn issues; it's performing worse than DSL, suggesting potential service quality problems we should investigate. Fourth, price matters: customers paying higher prices are more likely to leave, indicating price sensitivity in the market. These four findings form the foundation of our retention strategy recommendations.</a:t>
            </a:r>
            <a:endParaRPr lang="en-GB" dirty="0"/>
          </a:p>
        </p:txBody>
      </p:sp>
      <p:sp>
        <p:nvSpPr>
          <p:cNvPr id="4" name="Slide Number Placeholder 3"/>
          <p:cNvSpPr>
            <a:spLocks noGrp="1"/>
          </p:cNvSpPr>
          <p:nvPr>
            <p:ph type="sldNum" sz="quarter" idx="5"/>
          </p:nvPr>
        </p:nvSpPr>
        <p:spPr/>
        <p:txBody>
          <a:bodyPr/>
          <a:lstStyle/>
          <a:p>
            <a:fld id="{61EAC409-37D2-4447-A191-3E2405124B58}" type="slidenum">
              <a:rPr lang="en-GB" smtClean="0"/>
              <a:t>4</a:t>
            </a:fld>
            <a:endParaRPr lang="en-GB"/>
          </a:p>
        </p:txBody>
      </p:sp>
    </p:spTree>
    <p:extLst>
      <p:ext uri="{BB962C8B-B14F-4D97-AF65-F5344CB8AC3E}">
        <p14:creationId xmlns:p14="http://schemas.microsoft.com/office/powerpoint/2010/main" val="521040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 chose Random Forest as our algorithm for several strategic reasons. First, it naturally handles both categorical and numerical features without extensive preprocessing. Second, it's robust to outliers and doesn't assume linear relationships. Third, it provides built-in feature importance rankings, which is critical for our business insights. We prepared our data by encoding all categorical variables into numerical format and scaling our numerical features to have mean zero and unit variance. We used an 80-20 train-test split, stratified to maintain the same churn distribution in both sets. This approach ensures our test results accurately reflect real-world performance on unseen data. </a:t>
            </a:r>
            <a:endParaRPr lang="en-GB" dirty="0"/>
          </a:p>
        </p:txBody>
      </p:sp>
      <p:sp>
        <p:nvSpPr>
          <p:cNvPr id="4" name="Slide Number Placeholder 3"/>
          <p:cNvSpPr>
            <a:spLocks noGrp="1"/>
          </p:cNvSpPr>
          <p:nvPr>
            <p:ph type="sldNum" sz="quarter" idx="5"/>
          </p:nvPr>
        </p:nvSpPr>
        <p:spPr/>
        <p:txBody>
          <a:bodyPr/>
          <a:lstStyle/>
          <a:p>
            <a:fld id="{61EAC409-37D2-4447-A191-3E2405124B58}" type="slidenum">
              <a:rPr lang="en-GB" smtClean="0"/>
              <a:t>5</a:t>
            </a:fld>
            <a:endParaRPr lang="en-GB"/>
          </a:p>
        </p:txBody>
      </p:sp>
    </p:spTree>
    <p:extLst>
      <p:ext uri="{BB962C8B-B14F-4D97-AF65-F5344CB8AC3E}">
        <p14:creationId xmlns:p14="http://schemas.microsoft.com/office/powerpoint/2010/main" val="1316865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Let's talk about what these numbers mean in practice. Our 79% accuracy is strong and realistic. For every 100 predictions, we get 79 correct. The precision of 63.89% means when we flag someone as a churn risk, there's a 64% chance they'll churn, good enough for targeted interventions. The recall of 49% means we catch about half of actual churners; this is the main limitation, but it's a trade-off we can adjust. The ROC-AUC of 0.8321 is excellent and indicates our model is strong at discriminating between churners and non-churners across different thresholds. The confusion matrix shows we correctly identified 929 loyal customers and 184 actual churners. Our 190 false negatives, customers we thought would stay but actually churned, represent our main opportunity for improvement. The cross-validation results show our model performs consistently across different data samples with very low variance, meaning we can trust it on new data.</a:t>
            </a:r>
            <a:endParaRPr lang="en-GB" dirty="0"/>
          </a:p>
        </p:txBody>
      </p:sp>
      <p:sp>
        <p:nvSpPr>
          <p:cNvPr id="4" name="Slide Number Placeholder 3"/>
          <p:cNvSpPr>
            <a:spLocks noGrp="1"/>
          </p:cNvSpPr>
          <p:nvPr>
            <p:ph type="sldNum" sz="quarter" idx="5"/>
          </p:nvPr>
        </p:nvSpPr>
        <p:spPr/>
        <p:txBody>
          <a:bodyPr/>
          <a:lstStyle/>
          <a:p>
            <a:fld id="{61EAC409-37D2-4447-A191-3E2405124B58}" type="slidenum">
              <a:rPr lang="en-GB" smtClean="0"/>
              <a:t>6</a:t>
            </a:fld>
            <a:endParaRPr lang="en-GB"/>
          </a:p>
        </p:txBody>
      </p:sp>
    </p:spTree>
    <p:extLst>
      <p:ext uri="{BB962C8B-B14F-4D97-AF65-F5344CB8AC3E}">
        <p14:creationId xmlns:p14="http://schemas.microsoft.com/office/powerpoint/2010/main" val="363882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These top five features account for two-thirds of our model's decision-making power. Tenure is number one: it's our strongest predictor. Customers who stay with us longer are much less likely to churn. This tells us we need to focus intensely on the first year. Total charges reflects customer lifetime value; customers who've invested more are more committed. Contract type is equally important as total charges; the binding nature of longer contracts creates loyalty. Monthly charges shows price sensitivity; we need competitive pricing strategies. Finally, online security adoption indicates engagement, customers taking advantage of our security features are more invested in the relationship. Together, these features tell a clear story: long-term customers with strong service engagement and appropriate pricing are loyal. We should build our retention strategy around these factors. </a:t>
            </a:r>
            <a:endParaRPr lang="en-GB" dirty="0"/>
          </a:p>
        </p:txBody>
      </p:sp>
      <p:sp>
        <p:nvSpPr>
          <p:cNvPr id="4" name="Slide Number Placeholder 3"/>
          <p:cNvSpPr>
            <a:spLocks noGrp="1"/>
          </p:cNvSpPr>
          <p:nvPr>
            <p:ph type="sldNum" sz="quarter" idx="5"/>
          </p:nvPr>
        </p:nvSpPr>
        <p:spPr/>
        <p:txBody>
          <a:bodyPr/>
          <a:lstStyle/>
          <a:p>
            <a:fld id="{61EAC409-37D2-4447-A191-3E2405124B58}" type="slidenum">
              <a:rPr lang="en-GB" smtClean="0"/>
              <a:t>7</a:t>
            </a:fld>
            <a:endParaRPr lang="en-GB"/>
          </a:p>
        </p:txBody>
      </p:sp>
    </p:spTree>
    <p:extLst>
      <p:ext uri="{BB962C8B-B14F-4D97-AF65-F5344CB8AC3E}">
        <p14:creationId xmlns:p14="http://schemas.microsoft.com/office/powerpoint/2010/main" val="533729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We've built an interactive </a:t>
            </a:r>
            <a:r>
              <a:rPr lang="en-GB" sz="1200" kern="1200" dirty="0" err="1">
                <a:solidFill>
                  <a:schemeClr val="tx1"/>
                </a:solidFill>
                <a:effectLst/>
                <a:latin typeface="+mn-lt"/>
                <a:ea typeface="+mn-ea"/>
                <a:cs typeface="+mn-cs"/>
              </a:rPr>
              <a:t>Streamlit</a:t>
            </a:r>
            <a:r>
              <a:rPr lang="en-GB" sz="1200" kern="1200" dirty="0">
                <a:solidFill>
                  <a:schemeClr val="tx1"/>
                </a:solidFill>
                <a:effectLst/>
                <a:latin typeface="+mn-lt"/>
                <a:ea typeface="+mn-ea"/>
                <a:cs typeface="+mn-cs"/>
              </a:rPr>
              <a:t> dashboard that makes our analysis accessible to everyone in the organization. The home page gives executives a quick overview: they can see the 79% accuracy, the 26.5% churn rate, and our top findings without diving into technical details. The data analysis page walks stakeholders through the hypothesis testing, showing the statistical evidence behind our claims. The model performance page displays detailed metrics and visualizations for data scientists who want to understand how the model works. The predictions page is perhaps most important: it's where the rubber meets the road. A customer service representative or retention specialist can input a customer's information and instantly get a churn probability and personalized recommendations. Should we offer a discount? Upgrade their service? Assign a dedicated account manager? The dashboard provides guidance. It's completely self-contained and ready for production use.</a:t>
            </a:r>
            <a:endParaRPr lang="en-GB" dirty="0"/>
          </a:p>
        </p:txBody>
      </p:sp>
      <p:sp>
        <p:nvSpPr>
          <p:cNvPr id="4" name="Slide Number Placeholder 3"/>
          <p:cNvSpPr>
            <a:spLocks noGrp="1"/>
          </p:cNvSpPr>
          <p:nvPr>
            <p:ph type="sldNum" sz="quarter" idx="5"/>
          </p:nvPr>
        </p:nvSpPr>
        <p:spPr/>
        <p:txBody>
          <a:bodyPr/>
          <a:lstStyle/>
          <a:p>
            <a:fld id="{61EAC409-37D2-4447-A191-3E2405124B58}" type="slidenum">
              <a:rPr lang="en-GB" smtClean="0"/>
              <a:t>8</a:t>
            </a:fld>
            <a:endParaRPr lang="en-GB"/>
          </a:p>
        </p:txBody>
      </p:sp>
    </p:spTree>
    <p:extLst>
      <p:ext uri="{BB962C8B-B14F-4D97-AF65-F5344CB8AC3E}">
        <p14:creationId xmlns:p14="http://schemas.microsoft.com/office/powerpoint/2010/main" val="775708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Based on our analysis, I have four concrete recommendations organized by priority and impact. First, contract incentives are critical. We know month-to-month customers are 15 times more likely to churn. If we incentivize them to switch to annual or two-year contracts, we could dramatically reduce churn. This should be our immediate focus. Second, we need to investigate why </a:t>
            </a:r>
            <a:r>
              <a:rPr lang="en-GB" sz="1200" kern="1200" dirty="0" err="1">
                <a:solidFill>
                  <a:schemeClr val="tx1"/>
                </a:solidFill>
                <a:effectLst/>
                <a:latin typeface="+mn-lt"/>
                <a:ea typeface="+mn-ea"/>
                <a:cs typeface="+mn-cs"/>
              </a:rPr>
              <a:t>fiber</a:t>
            </a:r>
            <a:r>
              <a:rPr lang="en-GB" sz="1200" kern="1200" dirty="0">
                <a:solidFill>
                  <a:schemeClr val="tx1"/>
                </a:solidFill>
                <a:effectLst/>
                <a:latin typeface="+mn-lt"/>
                <a:ea typeface="+mn-ea"/>
                <a:cs typeface="+mn-cs"/>
              </a:rPr>
              <a:t> optic service has such high churn. This could be a technical issue, a pricing problem, or a support issue. Whatever it is, fixing it could bring those churn rates from 42% down to manageable levels. Third, we're losing many new customers in their first year. Implementing enhanced onboarding, personal touch points, proactive support, early success metrics: could keep more customers beyond that critical first 12 months. Fourth, price sensitivity is real. Not everyone, but a segment of customers are price-shopping, and we're losing them when we don't remain competitive. A quarterly pricing review could help. The revenue impact could be significant: even a 10-15% reduction in churn translates to substantial annual savings when you multiply it across our customer base.</a:t>
            </a:r>
            <a:endParaRPr lang="en-GB" dirty="0"/>
          </a:p>
        </p:txBody>
      </p:sp>
      <p:sp>
        <p:nvSpPr>
          <p:cNvPr id="4" name="Slide Number Placeholder 3"/>
          <p:cNvSpPr>
            <a:spLocks noGrp="1"/>
          </p:cNvSpPr>
          <p:nvPr>
            <p:ph type="sldNum" sz="quarter" idx="5"/>
          </p:nvPr>
        </p:nvSpPr>
        <p:spPr/>
        <p:txBody>
          <a:bodyPr/>
          <a:lstStyle/>
          <a:p>
            <a:fld id="{61EAC409-37D2-4447-A191-3E2405124B58}" type="slidenum">
              <a:rPr lang="en-GB" smtClean="0"/>
              <a:t>9</a:t>
            </a:fld>
            <a:endParaRPr lang="en-GB"/>
          </a:p>
        </p:txBody>
      </p:sp>
    </p:spTree>
    <p:extLst>
      <p:ext uri="{BB962C8B-B14F-4D97-AF65-F5344CB8AC3E}">
        <p14:creationId xmlns:p14="http://schemas.microsoft.com/office/powerpoint/2010/main" val="4025707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To wrap up, we've completed a comprehensive analysis that goes far beyond just building a model. We've identified why customers churn, built a tool that predicts it, and created a dashboard that operationalizes our insights. Our model is production-ready and performs well in real-world conditions. But this is just the beginning. The real work comes next: implementing our recommendations and tracking their impact. In the immediate term, let's get the dashboard deployed so our teams can start using it. Simultaneously, let's pilot our contract incentive program with a test group and launch a deep-dive investigation into our </a:t>
            </a:r>
            <a:r>
              <a:rPr lang="en-GB" sz="1200" kern="1200" dirty="0" err="1">
                <a:solidFill>
                  <a:schemeClr val="tx1"/>
                </a:solidFill>
                <a:effectLst/>
                <a:latin typeface="+mn-lt"/>
                <a:ea typeface="+mn-ea"/>
                <a:cs typeface="+mn-cs"/>
              </a:rPr>
              <a:t>fiber</a:t>
            </a:r>
            <a:r>
              <a:rPr lang="en-GB" sz="1200" kern="1200" dirty="0">
                <a:solidFill>
                  <a:schemeClr val="tx1"/>
                </a:solidFill>
                <a:effectLst/>
                <a:latin typeface="+mn-lt"/>
                <a:ea typeface="+mn-ea"/>
                <a:cs typeface="+mn-cs"/>
              </a:rPr>
              <a:t> optic service issues. Over the next 30-90 days, we'll implement enhanced onboarding for new customers and review our pricing. Throughout this period, we'll track results closely. We should expect to see a 10-15% reduction in churn within six months—that translates to real revenue impact. Beyond the numbers, this approach shifts us toward data-driven decision making. Every retention strategy can now be tested, measured, and optimized. That's the power of combining analytics with business action. Thank you. </a:t>
            </a:r>
            <a:endParaRPr lang="en-GB" dirty="0"/>
          </a:p>
        </p:txBody>
      </p:sp>
      <p:sp>
        <p:nvSpPr>
          <p:cNvPr id="4" name="Slide Number Placeholder 3"/>
          <p:cNvSpPr>
            <a:spLocks noGrp="1"/>
          </p:cNvSpPr>
          <p:nvPr>
            <p:ph type="sldNum" sz="quarter" idx="5"/>
          </p:nvPr>
        </p:nvSpPr>
        <p:spPr/>
        <p:txBody>
          <a:bodyPr/>
          <a:lstStyle/>
          <a:p>
            <a:fld id="{61EAC409-37D2-4447-A191-3E2405124B58}" type="slidenum">
              <a:rPr lang="en-GB" smtClean="0"/>
              <a:t>10</a:t>
            </a:fld>
            <a:endParaRPr lang="en-GB"/>
          </a:p>
        </p:txBody>
      </p:sp>
    </p:spTree>
    <p:extLst>
      <p:ext uri="{BB962C8B-B14F-4D97-AF65-F5344CB8AC3E}">
        <p14:creationId xmlns:p14="http://schemas.microsoft.com/office/powerpoint/2010/main" val="3024474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1.jpeg"/><Relationship Id="rId7" Type="http://schemas.openxmlformats.org/officeDocument/2006/relationships/diagramColors" Target="../diagrams/colors7.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9.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0.jpeg"/><Relationship Id="rId7" Type="http://schemas.openxmlformats.org/officeDocument/2006/relationships/diagramColors" Target="../diagrams/colors8.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0.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1.jpeg"/><Relationship Id="rId7" Type="http://schemas.openxmlformats.org/officeDocument/2006/relationships/diagramColors" Target="../diagrams/colors9.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Slide Background Fill">
            <a:extLst>
              <a:ext uri="{FF2B5EF4-FFF2-40B4-BE49-F238E27FC236}">
                <a16:creationId xmlns:a16="http://schemas.microsoft.com/office/drawing/2014/main" id="{03AF1C04-3FEF-41BD-BB84-2F263765B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8" y="0"/>
            <a:ext cx="914171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a:extLst>
              <a:ext uri="{FF2B5EF4-FFF2-40B4-BE49-F238E27FC236}">
                <a16:creationId xmlns:a16="http://schemas.microsoft.com/office/drawing/2014/main" id="{2DD5E267-EB6F-47DF-ABEF-2C1BED44DA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36" y="0"/>
            <a:ext cx="9141711" cy="6858000"/>
            <a:chOff x="-2848" y="0"/>
            <a:chExt cx="12188949" cy="6858000"/>
          </a:xfrm>
        </p:grpSpPr>
        <p:sp>
          <p:nvSpPr>
            <p:cNvPr id="20" name="Color Cover">
              <a:extLst>
                <a:ext uri="{FF2B5EF4-FFF2-40B4-BE49-F238E27FC236}">
                  <a16:creationId xmlns:a16="http://schemas.microsoft.com/office/drawing/2014/main" id="{4BA86AA3-0623-4268-861E-ADA01A7C07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Color Cover">
              <a:extLst>
                <a:ext uri="{FF2B5EF4-FFF2-40B4-BE49-F238E27FC236}">
                  <a16:creationId xmlns:a16="http://schemas.microsoft.com/office/drawing/2014/main" id="{72692EF2-4C1F-4ED7-9C00-6CF92783E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66828D02-A05D-412B-9F20-B68E970B9F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8459" y="598259"/>
            <a:ext cx="8167081" cy="5680742"/>
            <a:chOff x="651279" y="598259"/>
            <a:chExt cx="10889442" cy="5680742"/>
          </a:xfrm>
        </p:grpSpPr>
        <p:sp>
          <p:nvSpPr>
            <p:cNvPr id="24" name="Color">
              <a:extLst>
                <a:ext uri="{FF2B5EF4-FFF2-40B4-BE49-F238E27FC236}">
                  <a16:creationId xmlns:a16="http://schemas.microsoft.com/office/drawing/2014/main" id="{A1A8E50E-11DE-480E-A93B-F503760BC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Color">
              <a:extLst>
                <a:ext uri="{FF2B5EF4-FFF2-40B4-BE49-F238E27FC236}">
                  <a16:creationId xmlns:a16="http://schemas.microsoft.com/office/drawing/2014/main" id="{D2E2EE99-89A4-435B-B61A-3C8B5B2B2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Graphic 6" descr="Call center">
            <a:extLst>
              <a:ext uri="{FF2B5EF4-FFF2-40B4-BE49-F238E27FC236}">
                <a16:creationId xmlns:a16="http://schemas.microsoft.com/office/drawing/2014/main" id="{0112027C-1AEA-B595-B4F4-6B81508D93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07769" y="1702865"/>
            <a:ext cx="3428952" cy="3428952"/>
          </a:xfrm>
          <a:prstGeom prst="rect">
            <a:avLst/>
          </a:prstGeom>
        </p:spPr>
      </p:pic>
      <p:grpSp>
        <p:nvGrpSpPr>
          <p:cNvPr id="27" name="Group 26">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6858000"/>
            <a:chOff x="0" y="0"/>
            <a:chExt cx="12188952" cy="6858000"/>
          </a:xfrm>
        </p:grpSpPr>
        <p:sp>
          <p:nvSpPr>
            <p:cNvPr id="28" name="Freeform: Shape 27">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33">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761238" y="819015"/>
            <a:ext cx="4126161" cy="2353362"/>
          </a:xfrm>
        </p:spPr>
        <p:txBody>
          <a:bodyPr anchor="b">
            <a:normAutofit/>
          </a:bodyPr>
          <a:lstStyle/>
          <a:p>
            <a:pPr algn="l"/>
            <a:r>
              <a:rPr lang="en-GB" sz="4200" dirty="0">
                <a:solidFill>
                  <a:schemeClr val="bg1"/>
                </a:solidFill>
              </a:rPr>
              <a:t>TELCO CUSTOMER CHURN ANALYSIS</a:t>
            </a:r>
          </a:p>
        </p:txBody>
      </p:sp>
      <p:sp>
        <p:nvSpPr>
          <p:cNvPr id="3" name="Content Placeholder 2"/>
          <p:cNvSpPr>
            <a:spLocks noGrp="1"/>
          </p:cNvSpPr>
          <p:nvPr>
            <p:ph idx="1"/>
          </p:nvPr>
        </p:nvSpPr>
        <p:spPr>
          <a:xfrm>
            <a:off x="761238" y="3442089"/>
            <a:ext cx="4126161" cy="2573579"/>
          </a:xfrm>
        </p:spPr>
        <p:txBody>
          <a:bodyPr anchor="t">
            <a:normAutofit/>
          </a:bodyPr>
          <a:lstStyle/>
          <a:p>
            <a:r>
              <a:rPr lang="en-US" sz="1600" dirty="0">
                <a:solidFill>
                  <a:schemeClr val="bg1"/>
                </a:solidFill>
              </a:rPr>
              <a:t>Predicting &amp; Preventing Customer Departure</a:t>
            </a:r>
          </a:p>
          <a:p>
            <a:r>
              <a:rPr lang="en-US" sz="1600" dirty="0">
                <a:solidFill>
                  <a:schemeClr val="bg1"/>
                </a:solidFill>
              </a:rPr>
              <a:t>Data Analytics &amp; ML Pipeline</a:t>
            </a:r>
          </a:p>
          <a:p>
            <a:r>
              <a:rPr lang="en-US" sz="1600" dirty="0">
                <a:solidFill>
                  <a:schemeClr val="bg1"/>
                </a:solidFill>
              </a:rPr>
              <a:t>January 2026</a:t>
            </a:r>
          </a:p>
          <a:p>
            <a:endParaRPr lang="en-US" sz="1600" dirty="0">
              <a:solidFill>
                <a:schemeClr val="bg1"/>
              </a:solidFill>
            </a:endParaRPr>
          </a:p>
          <a:p>
            <a:r>
              <a:rPr lang="en-US" sz="1600" dirty="0">
                <a:solidFill>
                  <a:schemeClr val="bg1"/>
                </a:solidFill>
              </a:rPr>
              <a:t>Project by: </a:t>
            </a:r>
            <a:r>
              <a:rPr lang="en-US" sz="1600">
                <a:solidFill>
                  <a:schemeClr val="bg1"/>
                </a:solidFill>
              </a:rPr>
              <a:t>Swathi Mulkundkar</a:t>
            </a:r>
            <a:endParaRPr lang="en-US" sz="16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3" name="Group 42">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9141714" cy="3490956"/>
            <a:chOff x="651279" y="598259"/>
            <a:chExt cx="10889442" cy="5680742"/>
          </a:xfrm>
        </p:grpSpPr>
        <p:sp>
          <p:nvSpPr>
            <p:cNvPr id="44"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6" name="Group 45">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6858000"/>
            <a:chOff x="0" y="0"/>
            <a:chExt cx="12188952" cy="6858000"/>
          </a:xfrm>
        </p:grpSpPr>
        <p:sp>
          <p:nvSpPr>
            <p:cNvPr id="47" name="Freeform: Shape 46">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8" name="Freeform: Shape 47">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9" name="Freeform: Shape 48">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0" name="Freeform: Shape 49">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1" name="Freeform: Shape 50">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2" name="Freeform: Shape 51">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3" name="Freeform: Shape 52">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589788" y="841249"/>
            <a:ext cx="4269714" cy="2587131"/>
          </a:xfrm>
        </p:spPr>
        <p:txBody>
          <a:bodyPr anchor="b">
            <a:normAutofit/>
          </a:bodyPr>
          <a:lstStyle/>
          <a:p>
            <a:pPr algn="l"/>
            <a:r>
              <a:rPr lang="en-GB" sz="4200">
                <a:solidFill>
                  <a:schemeClr val="bg1"/>
                </a:solidFill>
              </a:rPr>
              <a:t>Business Problem &amp; Objectives</a:t>
            </a:r>
          </a:p>
        </p:txBody>
      </p:sp>
      <p:graphicFrame>
        <p:nvGraphicFramePr>
          <p:cNvPr id="5" name="Content Placeholder 2">
            <a:extLst>
              <a:ext uri="{FF2B5EF4-FFF2-40B4-BE49-F238E27FC236}">
                <a16:creationId xmlns:a16="http://schemas.microsoft.com/office/drawing/2014/main" id="{0BF063C7-9D7B-EC56-179C-20EFE1A938DA}"/>
              </a:ext>
            </a:extLst>
          </p:cNvPr>
          <p:cNvGraphicFramePr>
            <a:graphicFrameLocks noGrp="1"/>
          </p:cNvGraphicFramePr>
          <p:nvPr>
            <p:ph idx="1"/>
            <p:extLst>
              <p:ext uri="{D42A27DB-BD31-4B8C-83A1-F6EECF244321}">
                <p14:modId xmlns:p14="http://schemas.microsoft.com/office/powerpoint/2010/main" val="149296483"/>
              </p:ext>
            </p:extLst>
          </p:nvPr>
        </p:nvGraphicFramePr>
        <p:xfrm>
          <a:off x="589787" y="3566810"/>
          <a:ext cx="4269715" cy="26511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530289" cy="6858000"/>
            <a:chOff x="651279" y="598259"/>
            <a:chExt cx="10889442" cy="5680742"/>
          </a:xfrm>
        </p:grpSpPr>
        <p:sp>
          <p:nvSpPr>
            <p:cNvPr id="15"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6858000"/>
            <a:chOff x="0" y="0"/>
            <a:chExt cx="12188952" cy="6858000"/>
          </a:xfrm>
        </p:grpSpPr>
        <p:sp>
          <p:nvSpPr>
            <p:cNvPr id="19" name="Freeform: Shape 1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589788" y="841248"/>
            <a:ext cx="2636433" cy="5340097"/>
          </a:xfrm>
        </p:spPr>
        <p:txBody>
          <a:bodyPr anchor="ctr">
            <a:normAutofit/>
          </a:bodyPr>
          <a:lstStyle/>
          <a:p>
            <a:pPr algn="l"/>
            <a:r>
              <a:rPr lang="en-GB" sz="4200">
                <a:solidFill>
                  <a:schemeClr val="bg1"/>
                </a:solidFill>
              </a:rPr>
              <a:t>Dataset Overview</a:t>
            </a:r>
          </a:p>
        </p:txBody>
      </p:sp>
      <p:graphicFrame>
        <p:nvGraphicFramePr>
          <p:cNvPr id="5" name="Content Placeholder 2">
            <a:extLst>
              <a:ext uri="{FF2B5EF4-FFF2-40B4-BE49-F238E27FC236}">
                <a16:creationId xmlns:a16="http://schemas.microsoft.com/office/drawing/2014/main" id="{D9A8AF72-7E01-E84D-0E09-A2C49F399410}"/>
              </a:ext>
            </a:extLst>
          </p:cNvPr>
          <p:cNvGraphicFramePr>
            <a:graphicFrameLocks noGrp="1"/>
          </p:cNvGraphicFramePr>
          <p:nvPr>
            <p:ph idx="1"/>
            <p:extLst>
              <p:ext uri="{D42A27DB-BD31-4B8C-83A1-F6EECF244321}">
                <p14:modId xmlns:p14="http://schemas.microsoft.com/office/powerpoint/2010/main" val="520434929"/>
              </p:ext>
            </p:extLst>
          </p:nvPr>
        </p:nvGraphicFramePr>
        <p:xfrm>
          <a:off x="3739414" y="231006"/>
          <a:ext cx="4775935" cy="6405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94087E04-C99E-4195-8EBA-1BD4C4511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38" name="Group 37">
            <a:extLst>
              <a:ext uri="{FF2B5EF4-FFF2-40B4-BE49-F238E27FC236}">
                <a16:creationId xmlns:a16="http://schemas.microsoft.com/office/drawing/2014/main" id="{336EACDA-272E-4472-852A-83CAB40919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9143998" cy="4267200"/>
            <a:chOff x="7467600" y="0"/>
            <a:chExt cx="4724400" cy="6858000"/>
          </a:xfrm>
        </p:grpSpPr>
        <p:sp>
          <p:nvSpPr>
            <p:cNvPr id="23" name="Rectangle 22">
              <a:extLst>
                <a:ext uri="{FF2B5EF4-FFF2-40B4-BE49-F238E27FC236}">
                  <a16:creationId xmlns:a16="http://schemas.microsoft.com/office/drawing/2014/main" id="{2B8E7674-EC8C-49CF-884A-222BCA865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19B3B005-189B-4C78-B153-4B558C1B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40" name="Freeform: Shape 39">
            <a:extLst>
              <a:ext uri="{FF2B5EF4-FFF2-40B4-BE49-F238E27FC236}">
                <a16:creationId xmlns:a16="http://schemas.microsoft.com/office/drawing/2014/main" id="{FD73501D-A515-4725-8404-1315A591A5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p:cNvSpPr>
            <a:spLocks noGrp="1"/>
          </p:cNvSpPr>
          <p:nvPr>
            <p:ph type="title"/>
          </p:nvPr>
        </p:nvSpPr>
        <p:spPr>
          <a:xfrm>
            <a:off x="1028697" y="348865"/>
            <a:ext cx="7533018" cy="877729"/>
          </a:xfrm>
        </p:spPr>
        <p:txBody>
          <a:bodyPr anchor="ctr">
            <a:normAutofit/>
          </a:bodyPr>
          <a:lstStyle/>
          <a:p>
            <a:r>
              <a:rPr lang="en-GB" sz="3500">
                <a:solidFill>
                  <a:srgbClr val="FFFFFF"/>
                </a:solidFill>
              </a:rPr>
              <a:t>Hypothesis Testing Results</a:t>
            </a:r>
          </a:p>
        </p:txBody>
      </p:sp>
      <p:graphicFrame>
        <p:nvGraphicFramePr>
          <p:cNvPr id="5" name="Content Placeholder 2">
            <a:extLst>
              <a:ext uri="{FF2B5EF4-FFF2-40B4-BE49-F238E27FC236}">
                <a16:creationId xmlns:a16="http://schemas.microsoft.com/office/drawing/2014/main" id="{FEEE95B6-AC4F-7BB0-39F3-50C70876B2AA}"/>
              </a:ext>
            </a:extLst>
          </p:cNvPr>
          <p:cNvGraphicFramePr>
            <a:graphicFrameLocks noGrp="1"/>
          </p:cNvGraphicFramePr>
          <p:nvPr>
            <p:ph idx="1"/>
            <p:extLst>
              <p:ext uri="{D42A27DB-BD31-4B8C-83A1-F6EECF244321}">
                <p14:modId xmlns:p14="http://schemas.microsoft.com/office/powerpoint/2010/main" val="1004075252"/>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9141714" cy="3490956"/>
            <a:chOff x="651279" y="598259"/>
            <a:chExt cx="10889442" cy="5680742"/>
          </a:xfrm>
        </p:grpSpPr>
        <p:sp>
          <p:nvSpPr>
            <p:cNvPr id="36"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8" name="Group 37">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6858000"/>
            <a:chOff x="0" y="0"/>
            <a:chExt cx="12188952" cy="6858000"/>
          </a:xfrm>
        </p:grpSpPr>
        <p:sp>
          <p:nvSpPr>
            <p:cNvPr id="39" name="Freeform: Shape 38">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0" name="Freeform: Shape 39">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1" name="Freeform: Shape 40">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2" name="Freeform: Shape 41">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3" name="Freeform: Shape 42">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4" name="Freeform: Shape 43">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5" name="Freeform: Shape 44">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589788" y="841249"/>
            <a:ext cx="4269714" cy="2587131"/>
          </a:xfrm>
        </p:spPr>
        <p:txBody>
          <a:bodyPr anchor="b">
            <a:normAutofit/>
          </a:bodyPr>
          <a:lstStyle/>
          <a:p>
            <a:pPr algn="l"/>
            <a:r>
              <a:rPr lang="en-GB" sz="4200">
                <a:solidFill>
                  <a:schemeClr val="bg1"/>
                </a:solidFill>
              </a:rPr>
              <a:t>Machine Learning Model</a:t>
            </a:r>
          </a:p>
        </p:txBody>
      </p:sp>
      <p:graphicFrame>
        <p:nvGraphicFramePr>
          <p:cNvPr id="5" name="Content Placeholder 2">
            <a:extLst>
              <a:ext uri="{FF2B5EF4-FFF2-40B4-BE49-F238E27FC236}">
                <a16:creationId xmlns:a16="http://schemas.microsoft.com/office/drawing/2014/main" id="{54E2153E-67CE-491C-D162-C7A406FBC324}"/>
              </a:ext>
            </a:extLst>
          </p:cNvPr>
          <p:cNvGraphicFramePr>
            <a:graphicFrameLocks noGrp="1"/>
          </p:cNvGraphicFramePr>
          <p:nvPr>
            <p:ph idx="1"/>
            <p:extLst>
              <p:ext uri="{D42A27DB-BD31-4B8C-83A1-F6EECF244321}">
                <p14:modId xmlns:p14="http://schemas.microsoft.com/office/powerpoint/2010/main" val="2460310935"/>
              </p:ext>
            </p:extLst>
          </p:nvPr>
        </p:nvGraphicFramePr>
        <p:xfrm>
          <a:off x="589787" y="3566810"/>
          <a:ext cx="4269715" cy="26511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8" y="0"/>
            <a:ext cx="914171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8" y="0"/>
            <a:ext cx="914171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4" name="Group 23">
            <a:extLst>
              <a:ext uri="{FF2B5EF4-FFF2-40B4-BE49-F238E27FC236}">
                <a16:creationId xmlns:a16="http://schemas.microsoft.com/office/drawing/2014/main" id="{EC2D6DD8-FAD6-401D-9DE6-71DD04C980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1714" cy="6858000"/>
            <a:chOff x="651279" y="598259"/>
            <a:chExt cx="10889442" cy="5680742"/>
          </a:xfrm>
        </p:grpSpPr>
        <p:sp>
          <p:nvSpPr>
            <p:cNvPr id="25" name="Color">
              <a:extLst>
                <a:ext uri="{FF2B5EF4-FFF2-40B4-BE49-F238E27FC236}">
                  <a16:creationId xmlns:a16="http://schemas.microsoft.com/office/drawing/2014/main" id="{1BAD33E9-3181-4B0F-B82D-384777D81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Color">
              <a:extLst>
                <a:ext uri="{FF2B5EF4-FFF2-40B4-BE49-F238E27FC236}">
                  <a16:creationId xmlns:a16="http://schemas.microsoft.com/office/drawing/2014/main" id="{CF64871D-491F-4731-8BF2-391FF2F067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6858000"/>
            <a:chOff x="0" y="0"/>
            <a:chExt cx="12188952" cy="6858000"/>
          </a:xfrm>
        </p:grpSpPr>
        <p:sp>
          <p:nvSpPr>
            <p:cNvPr id="29" name="Freeform: Shape 2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3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5" name="Freeform: Shape 3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1037673" y="348865"/>
            <a:ext cx="7288583" cy="1576446"/>
          </a:xfrm>
        </p:spPr>
        <p:txBody>
          <a:bodyPr anchor="ctr">
            <a:normAutofit/>
          </a:bodyPr>
          <a:lstStyle/>
          <a:p>
            <a:r>
              <a:rPr lang="en-GB" sz="3500">
                <a:solidFill>
                  <a:srgbClr val="FFFFFF"/>
                </a:solidFill>
              </a:rPr>
              <a:t>Model Performance</a:t>
            </a:r>
          </a:p>
        </p:txBody>
      </p:sp>
      <p:graphicFrame>
        <p:nvGraphicFramePr>
          <p:cNvPr id="5" name="Content Placeholder 2">
            <a:extLst>
              <a:ext uri="{FF2B5EF4-FFF2-40B4-BE49-F238E27FC236}">
                <a16:creationId xmlns:a16="http://schemas.microsoft.com/office/drawing/2014/main" id="{78E89E76-6950-CC96-56C5-F3D7517B443C}"/>
              </a:ext>
            </a:extLst>
          </p:cNvPr>
          <p:cNvGraphicFramePr>
            <a:graphicFrameLocks noGrp="1"/>
          </p:cNvGraphicFramePr>
          <p:nvPr>
            <p:ph idx="1"/>
            <p:extLst>
              <p:ext uri="{D42A27DB-BD31-4B8C-83A1-F6EECF244321}">
                <p14:modId xmlns:p14="http://schemas.microsoft.com/office/powerpoint/2010/main" val="1139232381"/>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9141714" cy="3490956"/>
            <a:chOff x="651279" y="598259"/>
            <a:chExt cx="10889442" cy="5680742"/>
          </a:xfrm>
        </p:grpSpPr>
        <p:sp>
          <p:nvSpPr>
            <p:cNvPr id="15"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6858000"/>
            <a:chOff x="0" y="0"/>
            <a:chExt cx="12188952" cy="6858000"/>
          </a:xfrm>
        </p:grpSpPr>
        <p:sp>
          <p:nvSpPr>
            <p:cNvPr id="19" name="Freeform: Shape 18">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589788" y="841249"/>
            <a:ext cx="4269714" cy="2587131"/>
          </a:xfrm>
        </p:spPr>
        <p:txBody>
          <a:bodyPr anchor="b">
            <a:normAutofit/>
          </a:bodyPr>
          <a:lstStyle/>
          <a:p>
            <a:pPr algn="l"/>
            <a:r>
              <a:rPr lang="en-GB" sz="4200">
                <a:solidFill>
                  <a:schemeClr val="bg1"/>
                </a:solidFill>
              </a:rPr>
              <a:t>Key Churn Drivers</a:t>
            </a:r>
          </a:p>
        </p:txBody>
      </p:sp>
      <p:graphicFrame>
        <p:nvGraphicFramePr>
          <p:cNvPr id="5" name="Content Placeholder 2">
            <a:extLst>
              <a:ext uri="{FF2B5EF4-FFF2-40B4-BE49-F238E27FC236}">
                <a16:creationId xmlns:a16="http://schemas.microsoft.com/office/drawing/2014/main" id="{4EA3B662-7D98-036D-08C6-2A73664FF5BE}"/>
              </a:ext>
            </a:extLst>
          </p:cNvPr>
          <p:cNvGraphicFramePr>
            <a:graphicFrameLocks noGrp="1"/>
          </p:cNvGraphicFramePr>
          <p:nvPr>
            <p:ph idx="1"/>
            <p:extLst>
              <p:ext uri="{D42A27DB-BD31-4B8C-83A1-F6EECF244321}">
                <p14:modId xmlns:p14="http://schemas.microsoft.com/office/powerpoint/2010/main" val="1847383739"/>
              </p:ext>
            </p:extLst>
          </p:nvPr>
        </p:nvGraphicFramePr>
        <p:xfrm>
          <a:off x="589787" y="3566810"/>
          <a:ext cx="4269715" cy="26511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2111020F-7816-3A56-1015-101DC0E31285}"/>
              </a:ext>
            </a:extLst>
          </p:cNvPr>
          <p:cNvPicPr>
            <a:picLocks noChangeAspect="1"/>
          </p:cNvPicPr>
          <p:nvPr/>
        </p:nvPicPr>
        <p:blipFill>
          <a:blip r:embed="rId3">
            <a:duotone>
              <a:schemeClr val="bg2">
                <a:shade val="45000"/>
                <a:satMod val="135000"/>
              </a:schemeClr>
              <a:prstClr val="white"/>
            </a:duotone>
          </a:blip>
          <a:srcRect l="12501" r="12500"/>
          <a:stretch>
            <a:fillRect/>
          </a:stretch>
        </p:blipFill>
        <p:spPr>
          <a:xfrm>
            <a:off x="20" y="10"/>
            <a:ext cx="9143980" cy="6857990"/>
          </a:xfrm>
          <a:prstGeom prst="rect">
            <a:avLst/>
          </a:prstGeom>
        </p:spPr>
      </p:pic>
      <p:sp>
        <p:nvSpPr>
          <p:cNvPr id="21" name="Rectangle 2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GB"/>
              <a:t>Interactive Dashboard</a:t>
            </a:r>
          </a:p>
        </p:txBody>
      </p:sp>
      <p:graphicFrame>
        <p:nvGraphicFramePr>
          <p:cNvPr id="5" name="Content Placeholder 2">
            <a:extLst>
              <a:ext uri="{FF2B5EF4-FFF2-40B4-BE49-F238E27FC236}">
                <a16:creationId xmlns:a16="http://schemas.microsoft.com/office/drawing/2014/main" id="{ED65F2F6-D7AF-BD82-50D4-3017546249D7}"/>
              </a:ext>
            </a:extLst>
          </p:cNvPr>
          <p:cNvGraphicFramePr>
            <a:graphicFrameLocks noGrp="1"/>
          </p:cNvGraphicFramePr>
          <p:nvPr>
            <p:ph idx="1"/>
            <p:extLst>
              <p:ext uri="{D42A27DB-BD31-4B8C-83A1-F6EECF244321}">
                <p14:modId xmlns:p14="http://schemas.microsoft.com/office/powerpoint/2010/main" val="372785091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0758" y="327025"/>
            <a:ext cx="3993358" cy="1630363"/>
          </a:xfrm>
        </p:spPr>
        <p:txBody>
          <a:bodyPr anchor="b">
            <a:normAutofit/>
          </a:bodyPr>
          <a:lstStyle/>
          <a:p>
            <a:r>
              <a:rPr lang="en-GB" sz="3100"/>
              <a:t>Business Recommendations</a:t>
            </a:r>
          </a:p>
        </p:txBody>
      </p:sp>
      <p:pic>
        <p:nvPicPr>
          <p:cNvPr id="6" name="Picture 5">
            <a:extLst>
              <a:ext uri="{FF2B5EF4-FFF2-40B4-BE49-F238E27FC236}">
                <a16:creationId xmlns:a16="http://schemas.microsoft.com/office/drawing/2014/main" id="{C86F4FB7-CAAC-75C8-E98B-2136B4B7CB0E}"/>
              </a:ext>
            </a:extLst>
          </p:cNvPr>
          <p:cNvPicPr>
            <a:picLocks noChangeAspect="1"/>
          </p:cNvPicPr>
          <p:nvPr/>
        </p:nvPicPr>
        <p:blipFill>
          <a:blip r:embed="rId3"/>
          <a:srcRect l="28181" r="26532"/>
          <a:stretch>
            <a:fillRect/>
          </a:stretch>
        </p:blipFill>
        <p:spPr>
          <a:xfrm>
            <a:off x="4474766" y="1"/>
            <a:ext cx="4669234" cy="6856412"/>
          </a:xfrm>
          <a:custGeom>
            <a:avLst/>
            <a:gdLst/>
            <a:ahLst/>
            <a:cxnLst/>
            <a:rect l="l" t="t" r="r" b="b"/>
            <a:pathLst>
              <a:path w="5620032" h="6856412">
                <a:moveTo>
                  <a:pt x="13187" y="0"/>
                </a:moveTo>
                <a:lnTo>
                  <a:pt x="5620032" y="0"/>
                </a:lnTo>
                <a:lnTo>
                  <a:pt x="5620032" y="6856412"/>
                </a:lnTo>
                <a:lnTo>
                  <a:pt x="0" y="6856412"/>
                </a:lnTo>
                <a:lnTo>
                  <a:pt x="64318" y="6298274"/>
                </a:lnTo>
                <a:cubicBezTo>
                  <a:pt x="203221" y="4970220"/>
                  <a:pt x="240510" y="3632077"/>
                  <a:pt x="97152" y="2276000"/>
                </a:cubicBezTo>
                <a:cubicBezTo>
                  <a:pt x="35713" y="1694824"/>
                  <a:pt x="7455" y="1116942"/>
                  <a:pt x="6154" y="541737"/>
                </a:cubicBezTo>
                <a:close/>
              </a:path>
            </a:pathLst>
          </a:custGeom>
        </p:spPr>
      </p:pic>
      <p:graphicFrame>
        <p:nvGraphicFramePr>
          <p:cNvPr id="5" name="Content Placeholder 2">
            <a:extLst>
              <a:ext uri="{FF2B5EF4-FFF2-40B4-BE49-F238E27FC236}">
                <a16:creationId xmlns:a16="http://schemas.microsoft.com/office/drawing/2014/main" id="{5B75D77F-DA56-A936-A13D-E82E54F3747F}"/>
              </a:ext>
            </a:extLst>
          </p:cNvPr>
          <p:cNvGraphicFramePr>
            <a:graphicFrameLocks noGrp="1"/>
          </p:cNvGraphicFramePr>
          <p:nvPr>
            <p:ph idx="1"/>
            <p:extLst>
              <p:ext uri="{D42A27DB-BD31-4B8C-83A1-F6EECF244321}">
                <p14:modId xmlns:p14="http://schemas.microsoft.com/office/powerpoint/2010/main" val="3620413988"/>
              </p:ext>
            </p:extLst>
          </p:nvPr>
        </p:nvGraphicFramePr>
        <p:xfrm>
          <a:off x="360759" y="2286001"/>
          <a:ext cx="3993357" cy="39195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Fill">
            <a:extLst>
              <a:ext uri="{FF2B5EF4-FFF2-40B4-BE49-F238E27FC236}">
                <a16:creationId xmlns:a16="http://schemas.microsoft.com/office/drawing/2014/main" id="{03AF1C04-3FEF-41BD-BB84-2F263765B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8" y="0"/>
            <a:ext cx="914171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2DD5E267-EB6F-47DF-ABEF-2C1BED44DA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36" y="0"/>
            <a:ext cx="9141711" cy="6858000"/>
            <a:chOff x="-2848" y="0"/>
            <a:chExt cx="12188949" cy="6858000"/>
          </a:xfrm>
        </p:grpSpPr>
        <p:sp>
          <p:nvSpPr>
            <p:cNvPr id="14" name="Color Cover">
              <a:extLst>
                <a:ext uri="{FF2B5EF4-FFF2-40B4-BE49-F238E27FC236}">
                  <a16:creationId xmlns:a16="http://schemas.microsoft.com/office/drawing/2014/main" id="{4BA86AA3-0623-4268-861E-ADA01A7C07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Cover">
              <a:extLst>
                <a:ext uri="{FF2B5EF4-FFF2-40B4-BE49-F238E27FC236}">
                  <a16:creationId xmlns:a16="http://schemas.microsoft.com/office/drawing/2014/main" id="{72692EF2-4C1F-4ED7-9C00-6CF92783E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66828D02-A05D-412B-9F20-B68E970B9F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8459" y="598259"/>
            <a:ext cx="8167081" cy="5680742"/>
            <a:chOff x="651279" y="598259"/>
            <a:chExt cx="10889442" cy="5680742"/>
          </a:xfrm>
        </p:grpSpPr>
        <p:sp>
          <p:nvSpPr>
            <p:cNvPr id="18" name="Color">
              <a:extLst>
                <a:ext uri="{FF2B5EF4-FFF2-40B4-BE49-F238E27FC236}">
                  <a16:creationId xmlns:a16="http://schemas.microsoft.com/office/drawing/2014/main" id="{A1A8E50E-11DE-480E-A93B-F503760BC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Color">
              <a:extLst>
                <a:ext uri="{FF2B5EF4-FFF2-40B4-BE49-F238E27FC236}">
                  <a16:creationId xmlns:a16="http://schemas.microsoft.com/office/drawing/2014/main" id="{D2E2EE99-89A4-435B-B61A-3C8B5B2B2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Picture 5">
            <a:extLst>
              <a:ext uri="{FF2B5EF4-FFF2-40B4-BE49-F238E27FC236}">
                <a16:creationId xmlns:a16="http://schemas.microsoft.com/office/drawing/2014/main" id="{08916615-D427-9E1E-A9A5-5DC6F6DD2C5B}"/>
              </a:ext>
            </a:extLst>
          </p:cNvPr>
          <p:cNvPicPr>
            <a:picLocks noChangeAspect="1"/>
          </p:cNvPicPr>
          <p:nvPr/>
        </p:nvPicPr>
        <p:blipFill>
          <a:blip r:embed="rId3"/>
          <a:srcRect l="18939" r="35604" b="-2"/>
          <a:stretch>
            <a:fillRect/>
          </a:stretch>
        </p:blipFill>
        <p:spPr>
          <a:xfrm>
            <a:off x="5007769" y="899720"/>
            <a:ext cx="3428952" cy="5035242"/>
          </a:xfrm>
          <a:prstGeom prst="rect">
            <a:avLst/>
          </a:prstGeom>
        </p:spPr>
      </p:pic>
      <p:grpSp>
        <p:nvGrpSpPr>
          <p:cNvPr id="21" name="Group 20">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6858000"/>
            <a:chOff x="0" y="0"/>
            <a:chExt cx="12188952" cy="6858000"/>
          </a:xfrm>
        </p:grpSpPr>
        <p:sp>
          <p:nvSpPr>
            <p:cNvPr id="22" name="Freeform: Shape 21">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761238" y="819015"/>
            <a:ext cx="4126161" cy="2353362"/>
          </a:xfrm>
        </p:spPr>
        <p:txBody>
          <a:bodyPr anchor="b">
            <a:normAutofit/>
          </a:bodyPr>
          <a:lstStyle/>
          <a:p>
            <a:pPr algn="l"/>
            <a:r>
              <a:rPr lang="en-GB" sz="4200">
                <a:solidFill>
                  <a:schemeClr val="bg1"/>
                </a:solidFill>
              </a:rPr>
              <a:t>Conclusion &amp; Next Steps</a:t>
            </a:r>
          </a:p>
        </p:txBody>
      </p:sp>
      <p:graphicFrame>
        <p:nvGraphicFramePr>
          <p:cNvPr id="5" name="Content Placeholder 2">
            <a:extLst>
              <a:ext uri="{FF2B5EF4-FFF2-40B4-BE49-F238E27FC236}">
                <a16:creationId xmlns:a16="http://schemas.microsoft.com/office/drawing/2014/main" id="{0B76E44A-1046-046F-BE76-D46EC67C07A5}"/>
              </a:ext>
            </a:extLst>
          </p:cNvPr>
          <p:cNvGraphicFramePr>
            <a:graphicFrameLocks noGrp="1"/>
          </p:cNvGraphicFramePr>
          <p:nvPr>
            <p:ph idx="1"/>
            <p:extLst>
              <p:ext uri="{D42A27DB-BD31-4B8C-83A1-F6EECF244321}">
                <p14:modId xmlns:p14="http://schemas.microsoft.com/office/powerpoint/2010/main" val="1500901136"/>
              </p:ext>
            </p:extLst>
          </p:nvPr>
        </p:nvGraphicFramePr>
        <p:xfrm>
          <a:off x="761238" y="3442089"/>
          <a:ext cx="4126161" cy="257357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1670</Words>
  <Application>Microsoft Office PowerPoint</Application>
  <PresentationFormat>On-screen Show (4:3)</PresentationFormat>
  <Paragraphs>73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TELCO CUSTOMER CHURN ANALYSIS</vt:lpstr>
      <vt:lpstr>Business Problem &amp; Objectives</vt:lpstr>
      <vt:lpstr>Dataset Overview</vt:lpstr>
      <vt:lpstr>Hypothesis Testing Results</vt:lpstr>
      <vt:lpstr>Machine Learning Model</vt:lpstr>
      <vt:lpstr>Model Performance</vt:lpstr>
      <vt:lpstr>Key Churn Drivers</vt:lpstr>
      <vt:lpstr>Interactive Dashboard</vt:lpstr>
      <vt:lpstr>Business Recommendations</vt:lpstr>
      <vt:lpstr>Conclusion &amp; Next Steps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Swathi m</cp:lastModifiedBy>
  <cp:revision>13</cp:revision>
  <dcterms:created xsi:type="dcterms:W3CDTF">2013-01-27T09:14:16Z</dcterms:created>
  <dcterms:modified xsi:type="dcterms:W3CDTF">2026-01-22T19:18:43Z</dcterms:modified>
  <cp:category/>
</cp:coreProperties>
</file>